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0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72" dt="2026-10-09T04:40:08.994"/>
    <p1510:client id="{03458776-27D8-F48F-0973-CF9E8614301D}" v="4" dt="2026-10-08T11:14:52.394"/>
    <p1510:client id="{51718560-8B29-B3BE-64BD-A1941A9F763B}" v="65" dt="2026-10-09T06:13:58.701"/>
    <p1510:client id="{601D1335-6F50-6DAD-92C4-9F1EA61D10EA}" v="1603" dt="2026-10-09T03:40:26.609"/>
    <p1510:client id="{7E8BD28A-7EFA-2D44-DB1E-652EB393BAA7}" v="22" dt="2026-10-09T13:47:21.377"/>
    <p1510:client id="{7F194A2F-96CD-6578-997A-70977D94E75C}" v="1108" dt="2026-10-08T15:13:40.3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e nwe wynn" userId="S::yeenwewynn.y@kkumail.com::dac0ef35-3253-4399-969d-28493c7db7a7" providerId="AD" clId="Web-{00000000-0000-0000-0000-000000000000}"/>
    <pc:docChg chg="addSld delSld modSld sldOrd">
      <pc:chgData name="Yee nwe wynn" userId="S::yeenwewynn.y@kkumail.com::dac0ef35-3253-4399-969d-28493c7db7a7" providerId="AD" clId="Web-{00000000-0000-0000-0000-000000000000}" dt="2026-10-09T04:40:07.947" v="470" actId="20577"/>
      <pc:docMkLst>
        <pc:docMk/>
      </pc:docMkLst>
      <pc:sldChg chg="addSp delSp modSp del mod setBg setClrOvrMap">
        <pc:chgData name="Yee nwe wynn" userId="S::yeenwewynn.y@kkumail.com::dac0ef35-3253-4399-969d-28493c7db7a7" providerId="AD" clId="Web-{00000000-0000-0000-0000-000000000000}" dt="2026-10-09T03:58:39.055" v="406"/>
        <pc:sldMkLst>
          <pc:docMk/>
          <pc:sldMk cId="109857222" sldId="256"/>
        </pc:sldMkLst>
        <pc:spChg chg="mod">
          <ac:chgData name="Yee nwe wynn" userId="S::yeenwewynn.y@kkumail.com::dac0ef35-3253-4399-969d-28493c7db7a7" providerId="AD" clId="Web-{00000000-0000-0000-0000-000000000000}" dt="2026-10-09T03:56:48.952" v="382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Yee nwe wynn" userId="S::yeenwewynn.y@kkumail.com::dac0ef35-3253-4399-969d-28493c7db7a7" providerId="AD" clId="Web-{00000000-0000-0000-0000-000000000000}" dt="2026-10-09T03:57:12.095" v="383" actId="1076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Yee nwe wynn" userId="S::yeenwewynn.y@kkumail.com::dac0ef35-3253-4399-969d-28493c7db7a7" providerId="AD" clId="Web-{00000000-0000-0000-0000-000000000000}" dt="2026-10-08T10:31:27.023" v="8"/>
          <ac:spMkLst>
            <pc:docMk/>
            <pc:sldMk cId="109857222" sldId="256"/>
            <ac:spMk id="4" creationId="{7AA939FF-E949-E4F8-5686-5DE1D7EAC75E}"/>
          </ac:spMkLst>
        </pc:spChg>
        <pc:spChg chg="del mod">
          <ac:chgData name="Yee nwe wynn" userId="S::yeenwewynn.y@kkumail.com::dac0ef35-3253-4399-969d-28493c7db7a7" providerId="AD" clId="Web-{00000000-0000-0000-0000-000000000000}" dt="2026-10-09T03:56:12.530" v="372"/>
          <ac:spMkLst>
            <pc:docMk/>
            <pc:sldMk cId="109857222" sldId="256"/>
            <ac:spMk id="4" creationId="{9BB6F164-56BB-7096-7B24-91F96D95233A}"/>
          </ac:spMkLst>
        </pc:spChg>
        <pc:spChg chg="add del">
          <ac:chgData name="Yee nwe wynn" userId="S::yeenwewynn.y@kkumail.com::dac0ef35-3253-4399-969d-28493c7db7a7" providerId="AD" clId="Web-{00000000-0000-0000-0000-000000000000}" dt="2026-10-08T10:31:39.601" v="16"/>
          <ac:spMkLst>
            <pc:docMk/>
            <pc:sldMk cId="109857222" sldId="256"/>
            <ac:spMk id="5" creationId="{46E049E7-B7FC-0013-761C-9E2927A1DEB4}"/>
          </ac:spMkLst>
        </pc:spChg>
        <pc:spChg chg="add del mod">
          <ac:chgData name="Yee nwe wynn" userId="S::yeenwewynn.y@kkumail.com::dac0ef35-3253-4399-969d-28493c7db7a7" providerId="AD" clId="Web-{00000000-0000-0000-0000-000000000000}" dt="2026-10-08T10:31:36.554" v="14"/>
          <ac:spMkLst>
            <pc:docMk/>
            <pc:sldMk cId="109857222" sldId="256"/>
            <ac:spMk id="6" creationId="{D054EB00-64B8-DACD-5224-BB47BB2E965B}"/>
          </ac:spMkLst>
        </pc:spChg>
        <pc:spChg chg="add del">
          <ac:chgData name="Yee nwe wynn" userId="S::yeenwewynn.y@kkumail.com::dac0ef35-3253-4399-969d-28493c7db7a7" providerId="AD" clId="Web-{00000000-0000-0000-0000-000000000000}" dt="2026-10-08T10:31:46.102" v="18"/>
          <ac:spMkLst>
            <pc:docMk/>
            <pc:sldMk cId="109857222" sldId="256"/>
            <ac:spMk id="7" creationId="{51D41A22-07DF-216C-1B30-309752B1C4AE}"/>
          </ac:spMkLst>
        </pc:spChg>
        <pc:spChg chg="add del mod">
          <ac:chgData name="Yee nwe wynn" userId="S::yeenwewynn.y@kkumail.com::dac0ef35-3253-4399-969d-28493c7db7a7" providerId="AD" clId="Web-{00000000-0000-0000-0000-000000000000}" dt="2026-10-08T10:31:52.867" v="22"/>
          <ac:spMkLst>
            <pc:docMk/>
            <pc:sldMk cId="109857222" sldId="256"/>
            <ac:spMk id="8" creationId="{05A8BBBD-BD94-37E6-D949-FFC63C0751DB}"/>
          </ac:spMkLst>
        </pc:spChg>
        <pc:spChg chg="add del mod">
          <ac:chgData name="Yee nwe wynn" userId="S::yeenwewynn.y@kkumail.com::dac0ef35-3253-4399-969d-28493c7db7a7" providerId="AD" clId="Web-{00000000-0000-0000-0000-000000000000}" dt="2026-10-09T03:53:41.122" v="345"/>
          <ac:spMkLst>
            <pc:docMk/>
            <pc:sldMk cId="109857222" sldId="256"/>
            <ac:spMk id="9" creationId="{2975A7CC-53E7-2DA4-3B8B-011447A75DC9}"/>
          </ac:spMkLst>
        </pc:spChg>
        <pc:spChg chg="add del">
          <ac:chgData name="Yee nwe wynn" userId="S::yeenwewynn.y@kkumail.com::dac0ef35-3253-4399-969d-28493c7db7a7" providerId="AD" clId="Web-{00000000-0000-0000-0000-000000000000}" dt="2026-10-09T03:55:10.920" v="360"/>
          <ac:spMkLst>
            <pc:docMk/>
            <pc:sldMk cId="109857222" sldId="256"/>
            <ac:spMk id="10" creationId="{4FFBEE45-F140-49D5-85EA-C78C24340B23}"/>
          </ac:spMkLst>
        </pc:spChg>
        <pc:spChg chg="add del">
          <ac:chgData name="Yee nwe wynn" userId="S::yeenwewynn.y@kkumail.com::dac0ef35-3253-4399-969d-28493c7db7a7" providerId="AD" clId="Web-{00000000-0000-0000-0000-000000000000}" dt="2026-10-09T03:55:13.748" v="362"/>
          <ac:spMkLst>
            <pc:docMk/>
            <pc:sldMk cId="109857222" sldId="256"/>
            <ac:spMk id="12" creationId="{8CA06CD6-90CA-4C45-856C-6771339E1E22}"/>
          </ac:spMkLst>
        </pc:spChg>
        <pc:spChg chg="add del">
          <ac:chgData name="Yee nwe wynn" userId="S::yeenwewynn.y@kkumail.com::dac0ef35-3253-4399-969d-28493c7db7a7" providerId="AD" clId="Web-{00000000-0000-0000-0000-000000000000}" dt="2026-10-09T03:55:16.576" v="364"/>
          <ac:spMkLst>
            <pc:docMk/>
            <pc:sldMk cId="109857222" sldId="256"/>
            <ac:spMk id="14" creationId="{19C052EA-05E2-403D-965E-52D1BFFA24DF}"/>
          </ac:spMkLst>
        </pc:spChg>
        <pc:spChg chg="add del">
          <ac:chgData name="Yee nwe wynn" userId="S::yeenwewynn.y@kkumail.com::dac0ef35-3253-4399-969d-28493c7db7a7" providerId="AD" clId="Web-{00000000-0000-0000-0000-000000000000}" dt="2026-10-09T03:55:16.576" v="364"/>
          <ac:spMkLst>
            <pc:docMk/>
            <pc:sldMk cId="109857222" sldId="256"/>
            <ac:spMk id="15" creationId="{4C1936B8-2FFB-4F78-8388-B8C282B8A5BC}"/>
          </ac:spMkLst>
        </pc:spChg>
        <pc:spChg chg="add del">
          <ac:chgData name="Yee nwe wynn" userId="S::yeenwewynn.y@kkumail.com::dac0ef35-3253-4399-969d-28493c7db7a7" providerId="AD" clId="Web-{00000000-0000-0000-0000-000000000000}" dt="2026-10-09T03:55:22.920" v="366"/>
          <ac:spMkLst>
            <pc:docMk/>
            <pc:sldMk cId="109857222" sldId="256"/>
            <ac:spMk id="17" creationId="{1DE7243B-5109-444B-8FAF-7437C66BC0E9}"/>
          </ac:spMkLst>
        </pc:spChg>
        <pc:spChg chg="add del">
          <ac:chgData name="Yee nwe wynn" userId="S::yeenwewynn.y@kkumail.com::dac0ef35-3253-4399-969d-28493c7db7a7" providerId="AD" clId="Web-{00000000-0000-0000-0000-000000000000}" dt="2026-10-09T03:55:22.920" v="366"/>
          <ac:spMkLst>
            <pc:docMk/>
            <pc:sldMk cId="109857222" sldId="256"/>
            <ac:spMk id="18" creationId="{4C5D6221-DA7B-4611-AA26-7D8E349FDE96}"/>
          </ac:spMkLst>
        </pc:spChg>
        <pc:cxnChg chg="add del">
          <ac:chgData name="Yee nwe wynn" userId="S::yeenwewynn.y@kkumail.com::dac0ef35-3253-4399-969d-28493c7db7a7" providerId="AD" clId="Web-{00000000-0000-0000-0000-000000000000}" dt="2026-10-09T03:55:13.748" v="362"/>
          <ac:cxnSpMkLst>
            <pc:docMk/>
            <pc:sldMk cId="109857222" sldId="256"/>
            <ac:cxnSpMk id="11" creationId="{5021601D-2758-4B15-A31C-FDA184C51B3A}"/>
          </ac:cxnSpMkLst>
        </pc:cxnChg>
      </pc:sldChg>
      <pc:sldChg chg="addSp delSp modSp new mod setBg">
        <pc:chgData name="Yee nwe wynn" userId="S::yeenwewynn.y@kkumail.com::dac0ef35-3253-4399-969d-28493c7db7a7" providerId="AD" clId="Web-{00000000-0000-0000-0000-000000000000}" dt="2026-10-09T03:52:57.372" v="337" actId="14100"/>
        <pc:sldMkLst>
          <pc:docMk/>
          <pc:sldMk cId="103750277" sldId="257"/>
        </pc:sldMkLst>
        <pc:spChg chg="mod">
          <ac:chgData name="Yee nwe wynn" userId="S::yeenwewynn.y@kkumail.com::dac0ef35-3253-4399-969d-28493c7db7a7" providerId="AD" clId="Web-{00000000-0000-0000-0000-000000000000}" dt="2026-10-09T03:52:57.372" v="337" actId="14100"/>
          <ac:spMkLst>
            <pc:docMk/>
            <pc:sldMk cId="103750277" sldId="257"/>
            <ac:spMk id="2" creationId="{53E13EB4-A12C-C870-92CF-2533D7D5AD43}"/>
          </ac:spMkLst>
        </pc:spChg>
        <pc:spChg chg="add del">
          <ac:chgData name="Yee nwe wynn" userId="S::yeenwewynn.y@kkumail.com::dac0ef35-3253-4399-969d-28493c7db7a7" providerId="AD" clId="Web-{00000000-0000-0000-0000-000000000000}" dt="2026-10-09T03:49:21.759" v="307"/>
          <ac:spMkLst>
            <pc:docMk/>
            <pc:sldMk cId="103750277" sldId="257"/>
            <ac:spMk id="8" creationId="{2659FDB4-FCBE-4A89-B46D-43D4FA54464D}"/>
          </ac:spMkLst>
        </pc:spChg>
        <pc:spChg chg="add del">
          <ac:chgData name="Yee nwe wynn" userId="S::yeenwewynn.y@kkumail.com::dac0ef35-3253-4399-969d-28493c7db7a7" providerId="AD" clId="Web-{00000000-0000-0000-0000-000000000000}" dt="2026-10-09T03:49:16.275" v="304"/>
          <ac:spMkLst>
            <pc:docMk/>
            <pc:sldMk cId="103750277" sldId="257"/>
            <ac:spMk id="12" creationId="{BACC6370-2D7E-4714-9D71-7542949D7D5D}"/>
          </ac:spMkLst>
        </pc:spChg>
        <pc:spChg chg="add del">
          <ac:chgData name="Yee nwe wynn" userId="S::yeenwewynn.y@kkumail.com::dac0ef35-3253-4399-969d-28493c7db7a7" providerId="AD" clId="Web-{00000000-0000-0000-0000-000000000000}" dt="2026-10-09T03:49:16.275" v="304"/>
          <ac:spMkLst>
            <pc:docMk/>
            <pc:sldMk cId="103750277" sldId="257"/>
            <ac:spMk id="17" creationId="{F68B3F68-107C-434F-AA38-110D5EA91B85}"/>
          </ac:spMkLst>
        </pc:spChg>
        <pc:spChg chg="add del">
          <ac:chgData name="Yee nwe wynn" userId="S::yeenwewynn.y@kkumail.com::dac0ef35-3253-4399-969d-28493c7db7a7" providerId="AD" clId="Web-{00000000-0000-0000-0000-000000000000}" dt="2026-10-09T03:49:16.275" v="304"/>
          <ac:spMkLst>
            <pc:docMk/>
            <pc:sldMk cId="103750277" sldId="257"/>
            <ac:spMk id="19" creationId="{AAD0DBB9-1A4B-4391-81D4-CB19F9AB918A}"/>
          </ac:spMkLst>
        </pc:spChg>
        <pc:spChg chg="add del">
          <ac:chgData name="Yee nwe wynn" userId="S::yeenwewynn.y@kkumail.com::dac0ef35-3253-4399-969d-28493c7db7a7" providerId="AD" clId="Web-{00000000-0000-0000-0000-000000000000}" dt="2026-10-09T03:49:16.275" v="304"/>
          <ac:spMkLst>
            <pc:docMk/>
            <pc:sldMk cId="103750277" sldId="257"/>
            <ac:spMk id="21" creationId="{063BBA22-50EA-4C4D-BE05-F1CE4E63AA56}"/>
          </ac:spMkLst>
        </pc:spChg>
        <pc:spChg chg="add del">
          <ac:chgData name="Yee nwe wynn" userId="S::yeenwewynn.y@kkumail.com::dac0ef35-3253-4399-969d-28493c7db7a7" providerId="AD" clId="Web-{00000000-0000-0000-0000-000000000000}" dt="2026-10-09T03:49:21.697" v="306"/>
          <ac:spMkLst>
            <pc:docMk/>
            <pc:sldMk cId="103750277" sldId="257"/>
            <ac:spMk id="23" creationId="{AE2B703B-46F9-481A-A605-82E2A828C4FA}"/>
          </ac:spMkLst>
        </pc:spChg>
        <pc:spChg chg="add del">
          <ac:chgData name="Yee nwe wynn" userId="S::yeenwewynn.y@kkumail.com::dac0ef35-3253-4399-969d-28493c7db7a7" providerId="AD" clId="Web-{00000000-0000-0000-0000-000000000000}" dt="2026-10-09T03:49:21.697" v="306"/>
          <ac:spMkLst>
            <pc:docMk/>
            <pc:sldMk cId="103750277" sldId="257"/>
            <ac:spMk id="24" creationId="{F13BE4D7-0C3D-4906-B230-A1C5B4665CCF}"/>
          </ac:spMkLst>
        </pc:spChg>
        <pc:spChg chg="add">
          <ac:chgData name="Yee nwe wynn" userId="S::yeenwewynn.y@kkumail.com::dac0ef35-3253-4399-969d-28493c7db7a7" providerId="AD" clId="Web-{00000000-0000-0000-0000-000000000000}" dt="2026-10-09T03:49:21.759" v="307"/>
          <ac:spMkLst>
            <pc:docMk/>
            <pc:sldMk cId="103750277" sldId="257"/>
            <ac:spMk id="26" creationId="{BACC6370-2D7E-4714-9D71-7542949D7D5D}"/>
          </ac:spMkLst>
        </pc:spChg>
        <pc:spChg chg="add">
          <ac:chgData name="Yee nwe wynn" userId="S::yeenwewynn.y@kkumail.com::dac0ef35-3253-4399-969d-28493c7db7a7" providerId="AD" clId="Web-{00000000-0000-0000-0000-000000000000}" dt="2026-10-09T03:49:21.759" v="307"/>
          <ac:spMkLst>
            <pc:docMk/>
            <pc:sldMk cId="103750277" sldId="257"/>
            <ac:spMk id="27" creationId="{F68B3F68-107C-434F-AA38-110D5EA91B85}"/>
          </ac:spMkLst>
        </pc:spChg>
        <pc:spChg chg="add">
          <ac:chgData name="Yee nwe wynn" userId="S::yeenwewynn.y@kkumail.com::dac0ef35-3253-4399-969d-28493c7db7a7" providerId="AD" clId="Web-{00000000-0000-0000-0000-000000000000}" dt="2026-10-09T03:49:21.759" v="307"/>
          <ac:spMkLst>
            <pc:docMk/>
            <pc:sldMk cId="103750277" sldId="257"/>
            <ac:spMk id="28" creationId="{AAD0DBB9-1A4B-4391-81D4-CB19F9AB918A}"/>
          </ac:spMkLst>
        </pc:spChg>
        <pc:spChg chg="add">
          <ac:chgData name="Yee nwe wynn" userId="S::yeenwewynn.y@kkumail.com::dac0ef35-3253-4399-969d-28493c7db7a7" providerId="AD" clId="Web-{00000000-0000-0000-0000-000000000000}" dt="2026-10-09T03:49:21.759" v="307"/>
          <ac:spMkLst>
            <pc:docMk/>
            <pc:sldMk cId="103750277" sldId="257"/>
            <ac:spMk id="29" creationId="{063BBA22-50EA-4C4D-BE05-F1CE4E63AA56}"/>
          </ac:spMkLst>
        </pc:spChg>
        <pc:graphicFrameChg chg="mod modGraphic">
          <ac:chgData name="Yee nwe wynn" userId="S::yeenwewynn.y@kkumail.com::dac0ef35-3253-4399-969d-28493c7db7a7" providerId="AD" clId="Web-{00000000-0000-0000-0000-000000000000}" dt="2026-10-09T03:52:43.325" v="336" actId="20577"/>
          <ac:graphicFrameMkLst>
            <pc:docMk/>
            <pc:sldMk cId="103750277" sldId="257"/>
            <ac:graphicFrameMk id="6" creationId="{693C7CA7-C2CF-9386-9400-03A51561C802}"/>
          </ac:graphicFrameMkLst>
        </pc:graphicFrameChg>
        <pc:cxnChg chg="add del">
          <ac:chgData name="Yee nwe wynn" userId="S::yeenwewynn.y@kkumail.com::dac0ef35-3253-4399-969d-28493c7db7a7" providerId="AD" clId="Web-{00000000-0000-0000-0000-000000000000}" dt="2026-10-09T03:49:21.759" v="307"/>
          <ac:cxnSpMkLst>
            <pc:docMk/>
            <pc:sldMk cId="103750277" sldId="257"/>
            <ac:cxnSpMk id="10" creationId="{C8F51B3F-8331-4E4A-AE96-D47B1006EEAD}"/>
          </ac:cxnSpMkLst>
        </pc:cxnChg>
      </pc:sldChg>
      <pc:sldChg chg="addSp delSp modSp mod setBg">
        <pc:chgData name="Yee nwe wynn" userId="S::yeenwewynn.y@kkumail.com::dac0ef35-3253-4399-969d-28493c7db7a7" providerId="AD" clId="Web-{00000000-0000-0000-0000-000000000000}" dt="2026-10-09T04:01:24.470" v="415"/>
        <pc:sldMkLst>
          <pc:docMk/>
          <pc:sldMk cId="2205901909" sldId="260"/>
        </pc:sldMkLst>
        <pc:spChg chg="mod">
          <ac:chgData name="Yee nwe wynn" userId="S::yeenwewynn.y@kkumail.com::dac0ef35-3253-4399-969d-28493c7db7a7" providerId="AD" clId="Web-{00000000-0000-0000-0000-000000000000}" dt="2026-10-09T04:01:24.470" v="415"/>
          <ac:spMkLst>
            <pc:docMk/>
            <pc:sldMk cId="2205901909" sldId="260"/>
            <ac:spMk id="2" creationId="{E67C0318-318D-9373-F993-960851803CD5}"/>
          </ac:spMkLst>
        </pc:spChg>
        <pc:spChg chg="add del">
          <ac:chgData name="Yee nwe wynn" userId="S::yeenwewynn.y@kkumail.com::dac0ef35-3253-4399-969d-28493c7db7a7" providerId="AD" clId="Web-{00000000-0000-0000-0000-000000000000}" dt="2026-10-09T04:01:24.470" v="415"/>
          <ac:spMkLst>
            <pc:docMk/>
            <pc:sldMk cId="2205901909" sldId="260"/>
            <ac:spMk id="3" creationId="{8A815CDA-9216-E381-31FC-D0FAAD4BCECC}"/>
          </ac:spMkLst>
        </pc:spChg>
        <pc:spChg chg="add del">
          <ac:chgData name="Yee nwe wynn" userId="S::yeenwewynn.y@kkumail.com::dac0ef35-3253-4399-969d-28493c7db7a7" providerId="AD" clId="Web-{00000000-0000-0000-0000-000000000000}" dt="2026-10-09T04:01:11.470" v="411"/>
          <ac:spMkLst>
            <pc:docMk/>
            <pc:sldMk cId="2205901909" sldId="260"/>
            <ac:spMk id="15" creationId="{7449A6C7-D15F-4AA5-BFA5-71A404B47016}"/>
          </ac:spMkLst>
        </pc:spChg>
        <pc:spChg chg="add del">
          <ac:chgData name="Yee nwe wynn" userId="S::yeenwewynn.y@kkumail.com::dac0ef35-3253-4399-969d-28493c7db7a7" providerId="AD" clId="Web-{00000000-0000-0000-0000-000000000000}" dt="2026-10-09T04:01:11.470" v="411"/>
          <ac:spMkLst>
            <pc:docMk/>
            <pc:sldMk cId="2205901909" sldId="260"/>
            <ac:spMk id="16" creationId="{5C8908E2-EE49-44D2-9428-A28D2312A8D5}"/>
          </ac:spMkLst>
        </pc:spChg>
        <pc:spChg chg="add del">
          <ac:chgData name="Yee nwe wynn" userId="S::yeenwewynn.y@kkumail.com::dac0ef35-3253-4399-969d-28493c7db7a7" providerId="AD" clId="Web-{00000000-0000-0000-0000-000000000000}" dt="2026-10-09T04:01:11.470" v="411"/>
          <ac:spMkLst>
            <pc:docMk/>
            <pc:sldMk cId="2205901909" sldId="260"/>
            <ac:spMk id="17" creationId="{ED888B23-07FA-482A-96DF-47E31AF1A603}"/>
          </ac:spMkLst>
        </pc:spChg>
        <pc:spChg chg="add del">
          <ac:chgData name="Yee nwe wynn" userId="S::yeenwewynn.y@kkumail.com::dac0ef35-3253-4399-969d-28493c7db7a7" providerId="AD" clId="Web-{00000000-0000-0000-0000-000000000000}" dt="2026-10-09T04:01:24.470" v="415"/>
          <ac:spMkLst>
            <pc:docMk/>
            <pc:sldMk cId="2205901909" sldId="260"/>
            <ac:spMk id="24" creationId="{C0763A76-9F1C-4FC5-82B7-DD475DA461B2}"/>
          </ac:spMkLst>
        </pc:spChg>
        <pc:spChg chg="add del">
          <ac:chgData name="Yee nwe wynn" userId="S::yeenwewynn.y@kkumail.com::dac0ef35-3253-4399-969d-28493c7db7a7" providerId="AD" clId="Web-{00000000-0000-0000-0000-000000000000}" dt="2026-10-09T04:01:24.470" v="415"/>
          <ac:spMkLst>
            <pc:docMk/>
            <pc:sldMk cId="2205901909" sldId="260"/>
            <ac:spMk id="25" creationId="{E81BF4F6-F2CF-4984-9D14-D6966D92F99F}"/>
          </ac:spMkLst>
        </pc:spChg>
        <pc:spChg chg="add del">
          <ac:chgData name="Yee nwe wynn" userId="S::yeenwewynn.y@kkumail.com::dac0ef35-3253-4399-969d-28493c7db7a7" providerId="AD" clId="Web-{00000000-0000-0000-0000-000000000000}" dt="2026-10-09T04:01:24.470" v="415"/>
          <ac:spMkLst>
            <pc:docMk/>
            <pc:sldMk cId="2205901909" sldId="260"/>
            <ac:spMk id="26" creationId="{8A815CDA-9216-E381-31FC-D0FAAD4BCECC}"/>
          </ac:spMkLst>
        </pc:spChg>
        <pc:grpChg chg="add del">
          <ac:chgData name="Yee nwe wynn" userId="S::yeenwewynn.y@kkumail.com::dac0ef35-3253-4399-969d-28493c7db7a7" providerId="AD" clId="Web-{00000000-0000-0000-0000-000000000000}" dt="2026-10-09T04:01:11.470" v="411"/>
          <ac:grpSpMkLst>
            <pc:docMk/>
            <pc:sldMk cId="2205901909" sldId="260"/>
            <ac:grpSpMk id="18" creationId="{05314994-6337-4875-8CF5-652CAFE8342C}"/>
          </ac:grpSpMkLst>
        </pc:grpChg>
        <pc:graphicFrameChg chg="add del">
          <ac:chgData name="Yee nwe wynn" userId="S::yeenwewynn.y@kkumail.com::dac0ef35-3253-4399-969d-28493c7db7a7" providerId="AD" clId="Web-{00000000-0000-0000-0000-000000000000}" dt="2026-10-09T04:01:06.892" v="409"/>
          <ac:graphicFrameMkLst>
            <pc:docMk/>
            <pc:sldMk cId="2205901909" sldId="260"/>
            <ac:graphicFrameMk id="6" creationId="{80DC4FB8-336D-C415-1D62-6800988FEE01}"/>
          </ac:graphicFrameMkLst>
        </pc:graphicFrameChg>
        <pc:graphicFrameChg chg="add del">
          <ac:chgData name="Yee nwe wynn" userId="S::yeenwewynn.y@kkumail.com::dac0ef35-3253-4399-969d-28493c7db7a7" providerId="AD" clId="Web-{00000000-0000-0000-0000-000000000000}" dt="2026-10-09T04:01:11.470" v="411"/>
          <ac:graphicFrameMkLst>
            <pc:docMk/>
            <pc:sldMk cId="2205901909" sldId="260"/>
            <ac:graphicFrameMk id="20" creationId="{A9B28D62-8365-0C3B-56B7-0D476A8EDF39}"/>
          </ac:graphicFrameMkLst>
        </pc:graphicFrameChg>
        <pc:graphicFrameChg chg="add del">
          <ac:chgData name="Yee nwe wynn" userId="S::yeenwewynn.y@kkumail.com::dac0ef35-3253-4399-969d-28493c7db7a7" providerId="AD" clId="Web-{00000000-0000-0000-0000-000000000000}" dt="2026-10-09T04:01:19.705" v="413"/>
          <ac:graphicFrameMkLst>
            <pc:docMk/>
            <pc:sldMk cId="2205901909" sldId="260"/>
            <ac:graphicFrameMk id="22" creationId="{CD976766-0F3E-3FCA-C8C6-392FA9B43E9E}"/>
          </ac:graphicFrameMkLst>
        </pc:graphicFrameChg>
        <pc:picChg chg="add del">
          <ac:chgData name="Yee nwe wynn" userId="S::yeenwewynn.y@kkumail.com::dac0ef35-3253-4399-969d-28493c7db7a7" providerId="AD" clId="Web-{00000000-0000-0000-0000-000000000000}" dt="2026-10-09T04:01:24.470" v="415"/>
          <ac:picMkLst>
            <pc:docMk/>
            <pc:sldMk cId="2205901909" sldId="260"/>
            <ac:picMk id="27" creationId="{50842A57-A879-1CB1-36C2-1D9D769005F9}"/>
          </ac:picMkLst>
        </pc:picChg>
      </pc:sldChg>
      <pc:sldChg chg="addSp modSp">
        <pc:chgData name="Yee nwe wynn" userId="S::yeenwewynn.y@kkumail.com::dac0ef35-3253-4399-969d-28493c7db7a7" providerId="AD" clId="Web-{00000000-0000-0000-0000-000000000000}" dt="2026-10-08T15:20:11.040" v="247" actId="14100"/>
        <pc:sldMkLst>
          <pc:docMk/>
          <pc:sldMk cId="3942048806" sldId="261"/>
        </pc:sldMkLst>
        <pc:spChg chg="mod">
          <ac:chgData name="Yee nwe wynn" userId="S::yeenwewynn.y@kkumail.com::dac0ef35-3253-4399-969d-28493c7db7a7" providerId="AD" clId="Web-{00000000-0000-0000-0000-000000000000}" dt="2026-10-08T15:20:11.040" v="247" actId="14100"/>
          <ac:spMkLst>
            <pc:docMk/>
            <pc:sldMk cId="3942048806" sldId="261"/>
            <ac:spMk id="2" creationId="{2018BEB9-3C16-E02B-A0B5-022C9E581365}"/>
          </ac:spMkLst>
        </pc:spChg>
        <pc:spChg chg="add mod">
          <ac:chgData name="Yee nwe wynn" userId="S::yeenwewynn.y@kkumail.com::dac0ef35-3253-4399-969d-28493c7db7a7" providerId="AD" clId="Web-{00000000-0000-0000-0000-000000000000}" dt="2026-10-08T15:19:54.320" v="244" actId="20577"/>
          <ac:spMkLst>
            <pc:docMk/>
            <pc:sldMk cId="3942048806" sldId="261"/>
            <ac:spMk id="3" creationId="{7FD54CB8-15C7-2E1B-537A-3CF532C8D42E}"/>
          </ac:spMkLst>
        </pc:spChg>
        <pc:spChg chg="add mod">
          <ac:chgData name="Yee nwe wynn" userId="S::yeenwewynn.y@kkumail.com::dac0ef35-3253-4399-969d-28493c7db7a7" providerId="AD" clId="Web-{00000000-0000-0000-0000-000000000000}" dt="2026-10-08T15:20:01.149" v="246" actId="20577"/>
          <ac:spMkLst>
            <pc:docMk/>
            <pc:sldMk cId="3942048806" sldId="261"/>
            <ac:spMk id="4" creationId="{BC1F146B-4A23-6635-E3C7-86C71625C3C4}"/>
          </ac:spMkLst>
        </pc:spChg>
        <pc:graphicFrameChg chg="mod modGraphic">
          <ac:chgData name="Yee nwe wynn" userId="S::yeenwewynn.y@kkumail.com::dac0ef35-3253-4399-969d-28493c7db7a7" providerId="AD" clId="Web-{00000000-0000-0000-0000-000000000000}" dt="2026-10-08T15:19:41.054" v="242"/>
          <ac:graphicFrameMkLst>
            <pc:docMk/>
            <pc:sldMk cId="3942048806" sldId="261"/>
            <ac:graphicFrameMk id="21" creationId="{364404DD-F86A-A993-0722-26B1EB9FE743}"/>
          </ac:graphicFrameMkLst>
        </pc:graphicFrameChg>
      </pc:sldChg>
      <pc:sldChg chg="modSp new">
        <pc:chgData name="Yee nwe wynn" userId="S::yeenwewynn.y@kkumail.com::dac0ef35-3253-4399-969d-28493c7db7a7" providerId="AD" clId="Web-{00000000-0000-0000-0000-000000000000}" dt="2026-10-08T15:29:51.063" v="250" actId="20577"/>
        <pc:sldMkLst>
          <pc:docMk/>
          <pc:sldMk cId="2979632425" sldId="262"/>
        </pc:sldMkLst>
        <pc:spChg chg="mod">
          <ac:chgData name="Yee nwe wynn" userId="S::yeenwewynn.y@kkumail.com::dac0ef35-3253-4399-969d-28493c7db7a7" providerId="AD" clId="Web-{00000000-0000-0000-0000-000000000000}" dt="2026-10-08T15:29:51.063" v="250" actId="20577"/>
          <ac:spMkLst>
            <pc:docMk/>
            <pc:sldMk cId="2979632425" sldId="262"/>
            <ac:spMk id="2" creationId="{2622DF03-DE9C-BA0B-D4C4-A64CB2B8E5C1}"/>
          </ac:spMkLst>
        </pc:spChg>
      </pc:sldChg>
      <pc:sldChg chg="modSp">
        <pc:chgData name="Yee nwe wynn" userId="S::yeenwewynn.y@kkumail.com::dac0ef35-3253-4399-969d-28493c7db7a7" providerId="AD" clId="Web-{00000000-0000-0000-0000-000000000000}" dt="2026-10-09T04:03:24.678" v="417" actId="14100"/>
        <pc:sldMkLst>
          <pc:docMk/>
          <pc:sldMk cId="4825710" sldId="268"/>
        </pc:sldMkLst>
        <pc:picChg chg="mod">
          <ac:chgData name="Yee nwe wynn" userId="S::yeenwewynn.y@kkumail.com::dac0ef35-3253-4399-969d-28493c7db7a7" providerId="AD" clId="Web-{00000000-0000-0000-0000-000000000000}" dt="2026-10-09T04:03:24.678" v="417" actId="14100"/>
          <ac:picMkLst>
            <pc:docMk/>
            <pc:sldMk cId="4825710" sldId="268"/>
            <ac:picMk id="15" creationId="{181A1F8A-ACB6-1B0C-F875-AAD436778A09}"/>
          </ac:picMkLst>
        </pc:picChg>
      </pc:sldChg>
      <pc:sldChg chg="modSp">
        <pc:chgData name="Yee nwe wynn" userId="S::yeenwewynn.y@kkumail.com::dac0ef35-3253-4399-969d-28493c7db7a7" providerId="AD" clId="Web-{00000000-0000-0000-0000-000000000000}" dt="2026-10-09T04:03:48.303" v="418" actId="14100"/>
        <pc:sldMkLst>
          <pc:docMk/>
          <pc:sldMk cId="3908796416" sldId="269"/>
        </pc:sldMkLst>
        <pc:picChg chg="mod">
          <ac:chgData name="Yee nwe wynn" userId="S::yeenwewynn.y@kkumail.com::dac0ef35-3253-4399-969d-28493c7db7a7" providerId="AD" clId="Web-{00000000-0000-0000-0000-000000000000}" dt="2026-10-09T04:03:48.303" v="418" actId="14100"/>
          <ac:picMkLst>
            <pc:docMk/>
            <pc:sldMk cId="3908796416" sldId="269"/>
            <ac:picMk id="4" creationId="{69B4611A-DCBC-5D23-0B4F-C50F064A30B9}"/>
          </ac:picMkLst>
        </pc:picChg>
      </pc:sldChg>
      <pc:sldChg chg="modSp">
        <pc:chgData name="Yee nwe wynn" userId="S::yeenwewynn.y@kkumail.com::dac0ef35-3253-4399-969d-28493c7db7a7" providerId="AD" clId="Web-{00000000-0000-0000-0000-000000000000}" dt="2026-10-09T04:40:07.947" v="470" actId="20577"/>
        <pc:sldMkLst>
          <pc:docMk/>
          <pc:sldMk cId="4035127956" sldId="270"/>
        </pc:sldMkLst>
        <pc:spChg chg="mod">
          <ac:chgData name="Yee nwe wynn" userId="S::yeenwewynn.y@kkumail.com::dac0ef35-3253-4399-969d-28493c7db7a7" providerId="AD" clId="Web-{00000000-0000-0000-0000-000000000000}" dt="2026-10-09T04:40:07.947" v="470" actId="20577"/>
          <ac:spMkLst>
            <pc:docMk/>
            <pc:sldMk cId="4035127956" sldId="270"/>
            <ac:spMk id="6" creationId="{7F0E7D11-B7F3-A0ED-8015-3045EA5D3ADF}"/>
          </ac:spMkLst>
        </pc:spChg>
      </pc:sldChg>
      <pc:sldChg chg="modSp">
        <pc:chgData name="Yee nwe wynn" userId="S::yeenwewynn.y@kkumail.com::dac0ef35-3253-4399-969d-28493c7db7a7" providerId="AD" clId="Web-{00000000-0000-0000-0000-000000000000}" dt="2026-10-09T04:39:48.884" v="469" actId="20577"/>
        <pc:sldMkLst>
          <pc:docMk/>
          <pc:sldMk cId="2642177106" sldId="271"/>
        </pc:sldMkLst>
        <pc:spChg chg="mod">
          <ac:chgData name="Yee nwe wynn" userId="S::yeenwewynn.y@kkumail.com::dac0ef35-3253-4399-969d-28493c7db7a7" providerId="AD" clId="Web-{00000000-0000-0000-0000-000000000000}" dt="2026-10-09T04:04:44.055" v="422" actId="20577"/>
          <ac:spMkLst>
            <pc:docMk/>
            <pc:sldMk cId="2642177106" sldId="271"/>
            <ac:spMk id="2" creationId="{0019B339-D32B-7665-7BB8-426584866DB7}"/>
          </ac:spMkLst>
        </pc:spChg>
        <pc:spChg chg="mod">
          <ac:chgData name="Yee nwe wynn" userId="S::yeenwewynn.y@kkumail.com::dac0ef35-3253-4399-969d-28493c7db7a7" providerId="AD" clId="Web-{00000000-0000-0000-0000-000000000000}" dt="2026-10-09T04:39:48.884" v="469" actId="20577"/>
          <ac:spMkLst>
            <pc:docMk/>
            <pc:sldMk cId="2642177106" sldId="271"/>
            <ac:spMk id="8" creationId="{C026BB63-51A2-903F-0614-40C0B74B6414}"/>
          </ac:spMkLst>
        </pc:spChg>
      </pc:sldChg>
      <pc:sldChg chg="modSp">
        <pc:chgData name="Yee nwe wynn" userId="S::yeenwewynn.y@kkumail.com::dac0ef35-3253-4399-969d-28493c7db7a7" providerId="AD" clId="Web-{00000000-0000-0000-0000-000000000000}" dt="2026-10-09T04:05:00.914" v="423" actId="20577"/>
        <pc:sldMkLst>
          <pc:docMk/>
          <pc:sldMk cId="713607289" sldId="272"/>
        </pc:sldMkLst>
        <pc:spChg chg="mod">
          <ac:chgData name="Yee nwe wynn" userId="S::yeenwewynn.y@kkumail.com::dac0ef35-3253-4399-969d-28493c7db7a7" providerId="AD" clId="Web-{00000000-0000-0000-0000-000000000000}" dt="2026-10-09T04:05:00.914" v="423" actId="20577"/>
          <ac:spMkLst>
            <pc:docMk/>
            <pc:sldMk cId="713607289" sldId="272"/>
            <ac:spMk id="2" creationId="{B00D044C-769E-1BCD-846A-568672BFBB68}"/>
          </ac:spMkLst>
        </pc:spChg>
      </pc:sldChg>
      <pc:sldChg chg="modSp">
        <pc:chgData name="Yee nwe wynn" userId="S::yeenwewynn.y@kkumail.com::dac0ef35-3253-4399-969d-28493c7db7a7" providerId="AD" clId="Web-{00000000-0000-0000-0000-000000000000}" dt="2026-10-09T04:05:11.352" v="424" actId="20577"/>
        <pc:sldMkLst>
          <pc:docMk/>
          <pc:sldMk cId="1020565565" sldId="274"/>
        </pc:sldMkLst>
        <pc:spChg chg="mod">
          <ac:chgData name="Yee nwe wynn" userId="S::yeenwewynn.y@kkumail.com::dac0ef35-3253-4399-969d-28493c7db7a7" providerId="AD" clId="Web-{00000000-0000-0000-0000-000000000000}" dt="2026-10-09T04:05:11.352" v="424" actId="20577"/>
          <ac:spMkLst>
            <pc:docMk/>
            <pc:sldMk cId="1020565565" sldId="274"/>
            <ac:spMk id="2" creationId="{A1A243F7-9EC4-92DF-2D17-EC97F551B72C}"/>
          </ac:spMkLst>
        </pc:spChg>
      </pc:sldChg>
      <pc:sldChg chg="modSp">
        <pc:chgData name="Yee nwe wynn" userId="S::yeenwewynn.y@kkumail.com::dac0ef35-3253-4399-969d-28493c7db7a7" providerId="AD" clId="Web-{00000000-0000-0000-0000-000000000000}" dt="2026-10-09T04:05:21.368" v="425" actId="20577"/>
        <pc:sldMkLst>
          <pc:docMk/>
          <pc:sldMk cId="2566912913" sldId="275"/>
        </pc:sldMkLst>
        <pc:spChg chg="mod">
          <ac:chgData name="Yee nwe wynn" userId="S::yeenwewynn.y@kkumail.com::dac0ef35-3253-4399-969d-28493c7db7a7" providerId="AD" clId="Web-{00000000-0000-0000-0000-000000000000}" dt="2026-10-09T04:05:21.368" v="425" actId="20577"/>
          <ac:spMkLst>
            <pc:docMk/>
            <pc:sldMk cId="2566912913" sldId="275"/>
            <ac:spMk id="2" creationId="{7CBDF983-7248-FECA-A152-43B5C955EA16}"/>
          </ac:spMkLst>
        </pc:spChg>
      </pc:sldChg>
      <pc:sldChg chg="modSp">
        <pc:chgData name="Yee nwe wynn" userId="S::yeenwewynn.y@kkumail.com::dac0ef35-3253-4399-969d-28493c7db7a7" providerId="AD" clId="Web-{00000000-0000-0000-0000-000000000000}" dt="2026-10-09T04:05:26.524" v="426" actId="20577"/>
        <pc:sldMkLst>
          <pc:docMk/>
          <pc:sldMk cId="855969377" sldId="276"/>
        </pc:sldMkLst>
        <pc:spChg chg="mod">
          <ac:chgData name="Yee nwe wynn" userId="S::yeenwewynn.y@kkumail.com::dac0ef35-3253-4399-969d-28493c7db7a7" providerId="AD" clId="Web-{00000000-0000-0000-0000-000000000000}" dt="2026-10-09T04:05:26.524" v="426" actId="20577"/>
          <ac:spMkLst>
            <pc:docMk/>
            <pc:sldMk cId="855969377" sldId="276"/>
            <ac:spMk id="2" creationId="{ABF9535E-E720-BAAA-0C76-7B19D13F312A}"/>
          </ac:spMkLst>
        </pc:spChg>
      </pc:sldChg>
      <pc:sldChg chg="modSp">
        <pc:chgData name="Yee nwe wynn" userId="S::yeenwewynn.y@kkumail.com::dac0ef35-3253-4399-969d-28493c7db7a7" providerId="AD" clId="Web-{00000000-0000-0000-0000-000000000000}" dt="2026-10-09T04:05:30.290" v="427" actId="20577"/>
        <pc:sldMkLst>
          <pc:docMk/>
          <pc:sldMk cId="3486829021" sldId="277"/>
        </pc:sldMkLst>
        <pc:spChg chg="mod">
          <ac:chgData name="Yee nwe wynn" userId="S::yeenwewynn.y@kkumail.com::dac0ef35-3253-4399-969d-28493c7db7a7" providerId="AD" clId="Web-{00000000-0000-0000-0000-000000000000}" dt="2026-10-09T04:05:30.290" v="427" actId="20577"/>
          <ac:spMkLst>
            <pc:docMk/>
            <pc:sldMk cId="3486829021" sldId="277"/>
            <ac:spMk id="2" creationId="{09EC3C3A-E134-B073-A0C6-4DECAE0B067D}"/>
          </ac:spMkLst>
        </pc:spChg>
      </pc:sldChg>
      <pc:sldChg chg="modSp">
        <pc:chgData name="Yee nwe wynn" userId="S::yeenwewynn.y@kkumail.com::dac0ef35-3253-4399-969d-28493c7db7a7" providerId="AD" clId="Web-{00000000-0000-0000-0000-000000000000}" dt="2026-10-09T04:05:35.634" v="428" actId="20577"/>
        <pc:sldMkLst>
          <pc:docMk/>
          <pc:sldMk cId="2285190232" sldId="278"/>
        </pc:sldMkLst>
        <pc:spChg chg="mod">
          <ac:chgData name="Yee nwe wynn" userId="S::yeenwewynn.y@kkumail.com::dac0ef35-3253-4399-969d-28493c7db7a7" providerId="AD" clId="Web-{00000000-0000-0000-0000-000000000000}" dt="2026-10-09T04:05:35.634" v="428" actId="20577"/>
          <ac:spMkLst>
            <pc:docMk/>
            <pc:sldMk cId="2285190232" sldId="278"/>
            <ac:spMk id="5" creationId="{8ECA0F56-7E77-EFBD-CF00-FA9DF1E15EF5}"/>
          </ac:spMkLst>
        </pc:spChg>
      </pc:sldChg>
      <pc:sldChg chg="addSp modSp new ord">
        <pc:chgData name="Yee nwe wynn" userId="S::yeenwewynn.y@kkumail.com::dac0ef35-3253-4399-969d-28493c7db7a7" providerId="AD" clId="Web-{00000000-0000-0000-0000-000000000000}" dt="2026-10-09T04:01:25.970" v="416" actId="20577"/>
        <pc:sldMkLst>
          <pc:docMk/>
          <pc:sldMk cId="3680007855" sldId="279"/>
        </pc:sldMkLst>
        <pc:spChg chg="mod">
          <ac:chgData name="Yee nwe wynn" userId="S::yeenwewynn.y@kkumail.com::dac0ef35-3253-4399-969d-28493c7db7a7" providerId="AD" clId="Web-{00000000-0000-0000-0000-000000000000}" dt="2026-10-09T03:57:44.770" v="391" actId="20577"/>
          <ac:spMkLst>
            <pc:docMk/>
            <pc:sldMk cId="3680007855" sldId="279"/>
            <ac:spMk id="2" creationId="{4BC03D50-776F-1068-E47D-39EAAC0EA72C}"/>
          </ac:spMkLst>
        </pc:spChg>
        <pc:spChg chg="mod">
          <ac:chgData name="Yee nwe wynn" userId="S::yeenwewynn.y@kkumail.com::dac0ef35-3253-4399-969d-28493c7db7a7" providerId="AD" clId="Web-{00000000-0000-0000-0000-000000000000}" dt="2026-10-09T03:58:14.037" v="398" actId="14100"/>
          <ac:spMkLst>
            <pc:docMk/>
            <pc:sldMk cId="3680007855" sldId="279"/>
            <ac:spMk id="3" creationId="{D33C8E6C-C4D8-8445-4F0B-4A0FF9E36F9A}"/>
          </ac:spMkLst>
        </pc:spChg>
        <pc:spChg chg="add mod">
          <ac:chgData name="Yee nwe wynn" userId="S::yeenwewynn.y@kkumail.com::dac0ef35-3253-4399-969d-28493c7db7a7" providerId="AD" clId="Web-{00000000-0000-0000-0000-000000000000}" dt="2026-10-09T04:01:25.970" v="416" actId="20577"/>
          <ac:spMkLst>
            <pc:docMk/>
            <pc:sldMk cId="3680007855" sldId="279"/>
            <ac:spMk id="4" creationId="{0D4CDF74-693E-0C10-DB4C-319C69C40A09}"/>
          </ac:spMkLst>
        </pc:spChg>
      </pc:sldChg>
      <pc:sldChg chg="addSp delSp modSp new">
        <pc:chgData name="Yee nwe wynn" userId="S::yeenwewynn.y@kkumail.com::dac0ef35-3253-4399-969d-28493c7db7a7" providerId="AD" clId="Web-{00000000-0000-0000-0000-000000000000}" dt="2026-10-09T04:39:31.275" v="468" actId="20577"/>
        <pc:sldMkLst>
          <pc:docMk/>
          <pc:sldMk cId="3635902599" sldId="280"/>
        </pc:sldMkLst>
        <pc:spChg chg="mod">
          <ac:chgData name="Yee nwe wynn" userId="S::yeenwewynn.y@kkumail.com::dac0ef35-3253-4399-969d-28493c7db7a7" providerId="AD" clId="Web-{00000000-0000-0000-0000-000000000000}" dt="2026-10-09T04:29:12.499" v="435" actId="20577"/>
          <ac:spMkLst>
            <pc:docMk/>
            <pc:sldMk cId="3635902599" sldId="280"/>
            <ac:spMk id="2" creationId="{DE50C428-D3DD-0208-4622-9F5601E89A14}"/>
          </ac:spMkLst>
        </pc:spChg>
        <pc:spChg chg="del">
          <ac:chgData name="Yee nwe wynn" userId="S::yeenwewynn.y@kkumail.com::dac0ef35-3253-4399-969d-28493c7db7a7" providerId="AD" clId="Web-{00000000-0000-0000-0000-000000000000}" dt="2026-10-09T04:33:37.137" v="436"/>
          <ac:spMkLst>
            <pc:docMk/>
            <pc:sldMk cId="3635902599" sldId="280"/>
            <ac:spMk id="3" creationId="{3EFE364E-85F7-D299-2698-CE6E7594B311}"/>
          </ac:spMkLst>
        </pc:spChg>
        <pc:spChg chg="add del mod">
          <ac:chgData name="Yee nwe wynn" userId="S::yeenwewynn.y@kkumail.com::dac0ef35-3253-4399-969d-28493c7db7a7" providerId="AD" clId="Web-{00000000-0000-0000-0000-000000000000}" dt="2026-10-09T04:37:18.522" v="451"/>
          <ac:spMkLst>
            <pc:docMk/>
            <pc:sldMk cId="3635902599" sldId="280"/>
            <ac:spMk id="5" creationId="{650129DE-805B-2C83-F404-686AE4CDC593}"/>
          </ac:spMkLst>
        </pc:spChg>
        <pc:spChg chg="add mod">
          <ac:chgData name="Yee nwe wynn" userId="S::yeenwewynn.y@kkumail.com::dac0ef35-3253-4399-969d-28493c7db7a7" providerId="AD" clId="Web-{00000000-0000-0000-0000-000000000000}" dt="2026-10-09T04:39:31.275" v="468" actId="20577"/>
          <ac:spMkLst>
            <pc:docMk/>
            <pc:sldMk cId="3635902599" sldId="280"/>
            <ac:spMk id="6" creationId="{B93A4E60-3D44-8F88-BF30-A4D5ECEA7390}"/>
          </ac:spMkLst>
        </pc:spChg>
        <pc:picChg chg="add mod ord">
          <ac:chgData name="Yee nwe wynn" userId="S::yeenwewynn.y@kkumail.com::dac0ef35-3253-4399-969d-28493c7db7a7" providerId="AD" clId="Web-{00000000-0000-0000-0000-000000000000}" dt="2026-10-09T04:38:21.476" v="459" actId="1076"/>
          <ac:picMkLst>
            <pc:docMk/>
            <pc:sldMk cId="3635902599" sldId="280"/>
            <ac:picMk id="4" creationId="{8EFE88FE-4F6E-2B51-142C-1C02E472C2B1}"/>
          </ac:picMkLst>
        </pc:picChg>
      </pc:sldChg>
    </pc:docChg>
  </pc:docChgLst>
  <pc:docChgLst>
    <pc:chgData name="Yee nwe wynn" userId="S::yeenwewynn.y@kkumail.com::dac0ef35-3253-4399-969d-28493c7db7a7" providerId="AD" clId="Web-{03458776-27D8-F48F-0973-CF9E8614301D}"/>
    <pc:docChg chg="modSld">
      <pc:chgData name="Yee nwe wynn" userId="S::yeenwewynn.y@kkumail.com::dac0ef35-3253-4399-969d-28493c7db7a7" providerId="AD" clId="Web-{03458776-27D8-F48F-0973-CF9E8614301D}" dt="2026-10-08T11:14:52.394" v="3"/>
      <pc:docMkLst>
        <pc:docMk/>
      </pc:docMkLst>
      <pc:sldChg chg="modSp mod setBg">
        <pc:chgData name="Yee nwe wynn" userId="S::yeenwewynn.y@kkumail.com::dac0ef35-3253-4399-969d-28493c7db7a7" providerId="AD" clId="Web-{03458776-27D8-F48F-0973-CF9E8614301D}" dt="2026-10-08T11:14:52.394" v="3"/>
        <pc:sldMkLst>
          <pc:docMk/>
          <pc:sldMk cId="109857222" sldId="256"/>
        </pc:sldMkLst>
        <pc:spChg chg="mod">
          <ac:chgData name="Yee nwe wynn" userId="S::yeenwewynn.y@kkumail.com::dac0ef35-3253-4399-969d-28493c7db7a7" providerId="AD" clId="Web-{03458776-27D8-F48F-0973-CF9E8614301D}" dt="2026-10-08T11:14:27.268" v="1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Yee nwe wynn" userId="S::yeenwewynn.y@kkumail.com::dac0ef35-3253-4399-969d-28493c7db7a7" providerId="AD" clId="Web-{601D1335-6F50-6DAD-92C4-9F1EA61D10EA}"/>
    <pc:docChg chg="addSld delSld modSld">
      <pc:chgData name="Yee nwe wynn" userId="S::yeenwewynn.y@kkumail.com::dac0ef35-3253-4399-969d-28493c7db7a7" providerId="AD" clId="Web-{601D1335-6F50-6DAD-92C4-9F1EA61D10EA}" dt="2026-10-09T03:40:26.609" v="1459"/>
      <pc:docMkLst>
        <pc:docMk/>
      </pc:docMkLst>
      <pc:sldChg chg="modSp">
        <pc:chgData name="Yee nwe wynn" userId="S::yeenwewynn.y@kkumail.com::dac0ef35-3253-4399-969d-28493c7db7a7" providerId="AD" clId="Web-{601D1335-6F50-6DAD-92C4-9F1EA61D10EA}" dt="2026-10-08T18:54:25.350" v="1448" actId="20577"/>
        <pc:sldMkLst>
          <pc:docMk/>
          <pc:sldMk cId="109857222" sldId="256"/>
        </pc:sldMkLst>
        <pc:spChg chg="mod">
          <ac:chgData name="Yee nwe wynn" userId="S::yeenwewynn.y@kkumail.com::dac0ef35-3253-4399-969d-28493c7db7a7" providerId="AD" clId="Web-{601D1335-6F50-6DAD-92C4-9F1EA61D10EA}" dt="2026-10-08T18:54:25.350" v="1448" actId="20577"/>
          <ac:spMkLst>
            <pc:docMk/>
            <pc:sldMk cId="109857222" sldId="256"/>
            <ac:spMk id="4" creationId="{9BB6F164-56BB-7096-7B24-91F96D95233A}"/>
          </ac:spMkLst>
        </pc:spChg>
      </pc:sldChg>
      <pc:sldChg chg="addSp delSp modSp mod setBg">
        <pc:chgData name="Yee nwe wynn" userId="S::yeenwewynn.y@kkumail.com::dac0ef35-3253-4399-969d-28493c7db7a7" providerId="AD" clId="Web-{601D1335-6F50-6DAD-92C4-9F1EA61D10EA}" dt="2026-10-09T03:40:26.609" v="1459"/>
        <pc:sldMkLst>
          <pc:docMk/>
          <pc:sldMk cId="103750277" sldId="257"/>
        </pc:sldMkLst>
        <pc:spChg chg="mod">
          <ac:chgData name="Yee nwe wynn" userId="S::yeenwewynn.y@kkumail.com::dac0ef35-3253-4399-969d-28493c7db7a7" providerId="AD" clId="Web-{601D1335-6F50-6DAD-92C4-9F1EA61D10EA}" dt="2026-10-09T03:39:45.546" v="1453"/>
          <ac:spMkLst>
            <pc:docMk/>
            <pc:sldMk cId="103750277" sldId="257"/>
            <ac:spMk id="2" creationId="{53E13EB4-A12C-C870-92CF-2533D7D5AD43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9T03:39:52.655" v="1454"/>
          <ac:spMkLst>
            <pc:docMk/>
            <pc:sldMk cId="103750277" sldId="257"/>
            <ac:spMk id="3" creationId="{7EF49F73-98FA-A02F-C2EA-506CAFC556FE}"/>
          </ac:spMkLst>
        </pc:spChg>
        <pc:spChg chg="add del">
          <ac:chgData name="Yee nwe wynn" userId="S::yeenwewynn.y@kkumail.com::dac0ef35-3253-4399-969d-28493c7db7a7" providerId="AD" clId="Web-{601D1335-6F50-6DAD-92C4-9F1EA61D10EA}" dt="2026-10-09T03:39:45.546" v="1453"/>
          <ac:spMkLst>
            <pc:docMk/>
            <pc:sldMk cId="103750277" sldId="257"/>
            <ac:spMk id="9" creationId="{BACC6370-2D7E-4714-9D71-7542949D7D5D}"/>
          </ac:spMkLst>
        </pc:spChg>
        <pc:spChg chg="add del">
          <ac:chgData name="Yee nwe wynn" userId="S::yeenwewynn.y@kkumail.com::dac0ef35-3253-4399-969d-28493c7db7a7" providerId="AD" clId="Web-{601D1335-6F50-6DAD-92C4-9F1EA61D10EA}" dt="2026-10-09T03:39:45.546" v="1453"/>
          <ac:spMkLst>
            <pc:docMk/>
            <pc:sldMk cId="103750277" sldId="257"/>
            <ac:spMk id="11" creationId="{F68B3F68-107C-434F-AA38-110D5EA91B85}"/>
          </ac:spMkLst>
        </pc:spChg>
        <pc:spChg chg="add del">
          <ac:chgData name="Yee nwe wynn" userId="S::yeenwewynn.y@kkumail.com::dac0ef35-3253-4399-969d-28493c7db7a7" providerId="AD" clId="Web-{601D1335-6F50-6DAD-92C4-9F1EA61D10EA}" dt="2026-10-09T03:39:45.546" v="1453"/>
          <ac:spMkLst>
            <pc:docMk/>
            <pc:sldMk cId="103750277" sldId="257"/>
            <ac:spMk id="13" creationId="{AAD0DBB9-1A4B-4391-81D4-CB19F9AB918A}"/>
          </ac:spMkLst>
        </pc:spChg>
        <pc:spChg chg="add del">
          <ac:chgData name="Yee nwe wynn" userId="S::yeenwewynn.y@kkumail.com::dac0ef35-3253-4399-969d-28493c7db7a7" providerId="AD" clId="Web-{601D1335-6F50-6DAD-92C4-9F1EA61D10EA}" dt="2026-10-09T03:39:45.546" v="1453"/>
          <ac:spMkLst>
            <pc:docMk/>
            <pc:sldMk cId="103750277" sldId="257"/>
            <ac:spMk id="15" creationId="{063BBA22-50EA-4C4D-BE05-F1CE4E63AA56}"/>
          </ac:spMkLst>
        </pc:spChg>
        <pc:graphicFrameChg chg="add del">
          <ac:chgData name="Yee nwe wynn" userId="S::yeenwewynn.y@kkumail.com::dac0ef35-3253-4399-969d-28493c7db7a7" providerId="AD" clId="Web-{601D1335-6F50-6DAD-92C4-9F1EA61D10EA}" dt="2026-10-09T03:39:45.546" v="1453"/>
          <ac:graphicFrameMkLst>
            <pc:docMk/>
            <pc:sldMk cId="103750277" sldId="257"/>
            <ac:graphicFrameMk id="5" creationId="{231D4CFC-C1AE-5A2E-8E99-15EC6CB357A1}"/>
          </ac:graphicFrameMkLst>
        </pc:graphicFrameChg>
        <pc:graphicFrameChg chg="add modGraphic">
          <ac:chgData name="Yee nwe wynn" userId="S::yeenwewynn.y@kkumail.com::dac0ef35-3253-4399-969d-28493c7db7a7" providerId="AD" clId="Web-{601D1335-6F50-6DAD-92C4-9F1EA61D10EA}" dt="2026-10-09T03:40:26.609" v="1459"/>
          <ac:graphicFrameMkLst>
            <pc:docMk/>
            <pc:sldMk cId="103750277" sldId="257"/>
            <ac:graphicFrameMk id="6" creationId="{693C7CA7-C2CF-9386-9400-03A51561C802}"/>
          </ac:graphicFrameMkLst>
        </pc:graphicFrameChg>
      </pc:sldChg>
      <pc:sldChg chg="modSp">
        <pc:chgData name="Yee nwe wynn" userId="S::yeenwewynn.y@kkumail.com::dac0ef35-3253-4399-969d-28493c7db7a7" providerId="AD" clId="Web-{601D1335-6F50-6DAD-92C4-9F1EA61D10EA}" dt="2026-10-08T18:54:21.662" v="1447" actId="20577"/>
        <pc:sldMkLst>
          <pc:docMk/>
          <pc:sldMk cId="3064155325" sldId="259"/>
        </pc:sldMkLst>
        <pc:spChg chg="mod">
          <ac:chgData name="Yee nwe wynn" userId="S::yeenwewynn.y@kkumail.com::dac0ef35-3253-4399-969d-28493c7db7a7" providerId="AD" clId="Web-{601D1335-6F50-6DAD-92C4-9F1EA61D10EA}" dt="2026-10-08T18:54:12.271" v="1443" actId="20577"/>
          <ac:spMkLst>
            <pc:docMk/>
            <pc:sldMk cId="3064155325" sldId="259"/>
            <ac:spMk id="7" creationId="{C165D3F6-9B69-BBB2-D644-7F24CFA4D12C}"/>
          </ac:spMkLst>
        </pc:spChg>
        <pc:spChg chg="mod">
          <ac:chgData name="Yee nwe wynn" userId="S::yeenwewynn.y@kkumail.com::dac0ef35-3253-4399-969d-28493c7db7a7" providerId="AD" clId="Web-{601D1335-6F50-6DAD-92C4-9F1EA61D10EA}" dt="2026-10-08T18:54:16.224" v="1444" actId="20577"/>
          <ac:spMkLst>
            <pc:docMk/>
            <pc:sldMk cId="3064155325" sldId="259"/>
            <ac:spMk id="9" creationId="{EA7540A6-1E28-7710-6CA7-4ED46148E0D6}"/>
          </ac:spMkLst>
        </pc:spChg>
        <pc:spChg chg="mod">
          <ac:chgData name="Yee nwe wynn" userId="S::yeenwewynn.y@kkumail.com::dac0ef35-3253-4399-969d-28493c7db7a7" providerId="AD" clId="Web-{601D1335-6F50-6DAD-92C4-9F1EA61D10EA}" dt="2026-10-08T18:54:18.912" v="1446" actId="20577"/>
          <ac:spMkLst>
            <pc:docMk/>
            <pc:sldMk cId="3064155325" sldId="259"/>
            <ac:spMk id="10" creationId="{20F05D02-BA03-B72B-1A52-42C3F6EEC1EF}"/>
          </ac:spMkLst>
        </pc:spChg>
        <pc:spChg chg="mod">
          <ac:chgData name="Yee nwe wynn" userId="S::yeenwewynn.y@kkumail.com::dac0ef35-3253-4399-969d-28493c7db7a7" providerId="AD" clId="Web-{601D1335-6F50-6DAD-92C4-9F1EA61D10EA}" dt="2026-10-08T18:54:21.662" v="1447" actId="20577"/>
          <ac:spMkLst>
            <pc:docMk/>
            <pc:sldMk cId="3064155325" sldId="259"/>
            <ac:spMk id="11" creationId="{00FBDA7E-B1F5-E41D-0B22-9784D1F0E850}"/>
          </ac:spMkLst>
        </pc:spChg>
      </pc:sldChg>
      <pc:sldChg chg="addSp delSp modSp">
        <pc:chgData name="Yee nwe wynn" userId="S::yeenwewynn.y@kkumail.com::dac0ef35-3253-4399-969d-28493c7db7a7" providerId="AD" clId="Web-{601D1335-6F50-6DAD-92C4-9F1EA61D10EA}" dt="2026-10-08T16:37:32.962" v="264" actId="20577"/>
        <pc:sldMkLst>
          <pc:docMk/>
          <pc:sldMk cId="2979632425" sldId="262"/>
        </pc:sldMkLst>
        <pc:spChg chg="del">
          <ac:chgData name="Yee nwe wynn" userId="S::yeenwewynn.y@kkumail.com::dac0ef35-3253-4399-969d-28493c7db7a7" providerId="AD" clId="Web-{601D1335-6F50-6DAD-92C4-9F1EA61D10EA}" dt="2026-10-08T15:50:25.457" v="0"/>
          <ac:spMkLst>
            <pc:docMk/>
            <pc:sldMk cId="2979632425" sldId="262"/>
            <ac:spMk id="3" creationId="{81F9DADE-0A79-E92D-3E84-AE8717F46C6D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6:37:32.962" v="264" actId="20577"/>
          <ac:spMkLst>
            <pc:docMk/>
            <pc:sldMk cId="2979632425" sldId="262"/>
            <ac:spMk id="5" creationId="{A9986F91-BC38-D25C-9A83-09EFBCA63FDC}"/>
          </ac:spMkLst>
        </pc:spChg>
        <pc:picChg chg="add mod ord">
          <ac:chgData name="Yee nwe wynn" userId="S::yeenwewynn.y@kkumail.com::dac0ef35-3253-4399-969d-28493c7db7a7" providerId="AD" clId="Web-{601D1335-6F50-6DAD-92C4-9F1EA61D10EA}" dt="2026-10-08T15:56:03.420" v="62" actId="14100"/>
          <ac:picMkLst>
            <pc:docMk/>
            <pc:sldMk cId="2979632425" sldId="262"/>
            <ac:picMk id="4" creationId="{6E174F49-8F85-70F7-63CD-5B1F9EDD5059}"/>
          </ac:picMkLst>
        </pc:picChg>
      </pc:sldChg>
      <pc:sldChg chg="add del">
        <pc:chgData name="Yee nwe wynn" userId="S::yeenwewynn.y@kkumail.com::dac0ef35-3253-4399-969d-28493c7db7a7" providerId="AD" clId="Web-{601D1335-6F50-6DAD-92C4-9F1EA61D10EA}" dt="2026-10-08T15:53:25.072" v="12"/>
        <pc:sldMkLst>
          <pc:docMk/>
          <pc:sldMk cId="832446019" sldId="263"/>
        </pc:sldMkLst>
      </pc:sldChg>
      <pc:sldChg chg="addSp delSp modSp new mod setBg">
        <pc:chgData name="Yee nwe wynn" userId="S::yeenwewynn.y@kkumail.com::dac0ef35-3253-4399-969d-28493c7db7a7" providerId="AD" clId="Web-{601D1335-6F50-6DAD-92C4-9F1EA61D10EA}" dt="2026-10-08T16:45:57.775" v="375" actId="20577"/>
        <pc:sldMkLst>
          <pc:docMk/>
          <pc:sldMk cId="2026785860" sldId="263"/>
        </pc:sldMkLst>
        <pc:spChg chg="mod">
          <ac:chgData name="Yee nwe wynn" userId="S::yeenwewynn.y@kkumail.com::dac0ef35-3253-4399-969d-28493c7db7a7" providerId="AD" clId="Web-{601D1335-6F50-6DAD-92C4-9F1EA61D10EA}" dt="2026-10-08T16:45:57.775" v="375" actId="20577"/>
          <ac:spMkLst>
            <pc:docMk/>
            <pc:sldMk cId="2026785860" sldId="263"/>
            <ac:spMk id="2" creationId="{53BBB000-9F08-827B-A633-1A9181BC89CC}"/>
          </ac:spMkLst>
        </pc:spChg>
        <pc:spChg chg="del mod">
          <ac:chgData name="Yee nwe wynn" userId="S::yeenwewynn.y@kkumail.com::dac0ef35-3253-4399-969d-28493c7db7a7" providerId="AD" clId="Web-{601D1335-6F50-6DAD-92C4-9F1EA61D10EA}" dt="2026-10-08T16:26:07.596" v="110"/>
          <ac:spMkLst>
            <pc:docMk/>
            <pc:sldMk cId="2026785860" sldId="263"/>
            <ac:spMk id="3" creationId="{F21EC8E9-7A6E-85BC-D0AB-C8095BB1146D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6:36:09.865" v="257" actId="20577"/>
          <ac:spMkLst>
            <pc:docMk/>
            <pc:sldMk cId="2026785860" sldId="263"/>
            <ac:spMk id="4" creationId="{110B4274-8B99-033C-B89F-F732E12C95AF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6:26:30.097" v="114"/>
          <ac:spMkLst>
            <pc:docMk/>
            <pc:sldMk cId="2026785860" sldId="263"/>
            <ac:spMk id="6" creationId="{2E268EAF-08C3-D165-E95B-46161E638D9A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6:39:05.902" v="281" actId="14100"/>
          <ac:spMkLst>
            <pc:docMk/>
            <pc:sldMk cId="2026785860" sldId="263"/>
            <ac:spMk id="7" creationId="{E298E0E1-BB3F-8C8D-282D-A76C1B8F8358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6:39:05.918" v="282" actId="14100"/>
          <ac:spMkLst>
            <pc:docMk/>
            <pc:sldMk cId="2026785860" sldId="263"/>
            <ac:spMk id="8" creationId="{6442B5D7-5179-E6FC-B584-8BCF6B660538}"/>
          </ac:spMkLst>
        </pc:spChg>
        <pc:spChg chg="add del">
          <ac:chgData name="Yee nwe wynn" userId="S::yeenwewynn.y@kkumail.com::dac0ef35-3253-4399-969d-28493c7db7a7" providerId="AD" clId="Web-{601D1335-6F50-6DAD-92C4-9F1EA61D10EA}" dt="2026-10-08T16:25:51.799" v="103"/>
          <ac:spMkLst>
            <pc:docMk/>
            <pc:sldMk cId="2026785860" sldId="263"/>
            <ac:spMk id="9" creationId="{4C608BEB-860E-4094-8511-78603564A75E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6:39:05.918" v="283" actId="14100"/>
          <ac:spMkLst>
            <pc:docMk/>
            <pc:sldMk cId="2026785860" sldId="263"/>
            <ac:spMk id="10" creationId="{0A358CA0-458D-65D6-A323-B3A9EB31A503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6:39:05.933" v="284" actId="14100"/>
          <ac:spMkLst>
            <pc:docMk/>
            <pc:sldMk cId="2026785860" sldId="263"/>
            <ac:spMk id="12" creationId="{434EBEDF-CA8E-7654-DFC7-8DC721C5EFEE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6:38:56.558" v="280" actId="14100"/>
          <ac:spMkLst>
            <pc:docMk/>
            <pc:sldMk cId="2026785860" sldId="263"/>
            <ac:spMk id="13" creationId="{119168E3-B3F0-963C-0441-5F4C35C94D36}"/>
          </ac:spMkLst>
        </pc:spChg>
        <pc:spChg chg="add del">
          <ac:chgData name="Yee nwe wynn" userId="S::yeenwewynn.y@kkumail.com::dac0ef35-3253-4399-969d-28493c7db7a7" providerId="AD" clId="Web-{601D1335-6F50-6DAD-92C4-9F1EA61D10EA}" dt="2026-10-08T16:30:45.511" v="200"/>
          <ac:spMkLst>
            <pc:docMk/>
            <pc:sldMk cId="2026785860" sldId="263"/>
            <ac:spMk id="14" creationId="{76A40935-BF96-2BE8-AE7F-26949652131F}"/>
          </ac:spMkLst>
        </pc:spChg>
        <pc:spChg chg="add del">
          <ac:chgData name="Yee nwe wynn" userId="S::yeenwewynn.y@kkumail.com::dac0ef35-3253-4399-969d-28493c7db7a7" providerId="AD" clId="Web-{601D1335-6F50-6DAD-92C4-9F1EA61D10EA}" dt="2026-10-08T16:30:42.824" v="199"/>
          <ac:spMkLst>
            <pc:docMk/>
            <pc:sldMk cId="2026785860" sldId="263"/>
            <ac:spMk id="15" creationId="{B6B1B3EF-1D25-DBC7-8E63-04B4D53A22E1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6:31:18.887" v="210"/>
          <ac:spMkLst>
            <pc:docMk/>
            <pc:sldMk cId="2026785860" sldId="263"/>
            <ac:spMk id="16" creationId="{2AA9E1BD-FD16-8C31-0B0B-F4064A1A53D6}"/>
          </ac:spMkLst>
        </pc:spChg>
        <pc:spChg chg="add del">
          <ac:chgData name="Yee nwe wynn" userId="S::yeenwewynn.y@kkumail.com::dac0ef35-3253-4399-969d-28493c7db7a7" providerId="AD" clId="Web-{601D1335-6F50-6DAD-92C4-9F1EA61D10EA}" dt="2026-10-08T16:34:21.221" v="237"/>
          <ac:spMkLst>
            <pc:docMk/>
            <pc:sldMk cId="2026785860" sldId="263"/>
            <ac:spMk id="18" creationId="{48F184AD-73C3-9E14-4372-DEA0A420AD96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6:33:06.766" v="221"/>
          <ac:spMkLst>
            <pc:docMk/>
            <pc:sldMk cId="2026785860" sldId="263"/>
            <ac:spMk id="19" creationId="{5DEE6B07-3716-C71D-5352-9718EFCA99B3}"/>
          </ac:spMkLst>
        </pc:spChg>
        <pc:spChg chg="add del">
          <ac:chgData name="Yee nwe wynn" userId="S::yeenwewynn.y@kkumail.com::dac0ef35-3253-4399-969d-28493c7db7a7" providerId="AD" clId="Web-{601D1335-6F50-6DAD-92C4-9F1EA61D10EA}" dt="2026-10-08T16:32:47.437" v="216"/>
          <ac:spMkLst>
            <pc:docMk/>
            <pc:sldMk cId="2026785860" sldId="263"/>
            <ac:spMk id="20" creationId="{5D528D38-7AC6-020A-01B7-AF4DBF167AA9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6:33:39.736" v="228"/>
          <ac:spMkLst>
            <pc:docMk/>
            <pc:sldMk cId="2026785860" sldId="263"/>
            <ac:spMk id="21" creationId="{DC616E64-B9CF-F38A-3FB2-0C013456D1E3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6:43:06.269" v="362"/>
          <ac:spMkLst>
            <pc:docMk/>
            <pc:sldMk cId="2026785860" sldId="263"/>
            <ac:spMk id="22" creationId="{DFCFE261-022D-F33C-F15B-CC1B7740F4B2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6:34:13.002" v="232"/>
          <ac:spMkLst>
            <pc:docMk/>
            <pc:sldMk cId="2026785860" sldId="263"/>
            <ac:spMk id="23" creationId="{8D489DFC-1A05-A352-6A15-6D48D1825245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6:34:18.424" v="236"/>
          <ac:spMkLst>
            <pc:docMk/>
            <pc:sldMk cId="2026785860" sldId="263"/>
            <ac:spMk id="24" creationId="{48687BEE-A194-0FF0-CF0F-0B4FEBE02280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6:42:56.488" v="359" actId="1076"/>
          <ac:spMkLst>
            <pc:docMk/>
            <pc:sldMk cId="2026785860" sldId="263"/>
            <ac:spMk id="25" creationId="{94E44115-C3B0-FA9C-2A70-754F80636C4E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6:43:11.019" v="364"/>
          <ac:spMkLst>
            <pc:docMk/>
            <pc:sldMk cId="2026785860" sldId="263"/>
            <ac:spMk id="26" creationId="{BDB306B5-D1DB-F3DE-14E7-EA690F853171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6:43:17.223" v="367"/>
          <ac:spMkLst>
            <pc:docMk/>
            <pc:sldMk cId="2026785860" sldId="263"/>
            <ac:spMk id="27" creationId="{0DADAB33-B90A-824A-D8D0-E19680966376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6:41:16.750" v="331" actId="20577"/>
          <ac:spMkLst>
            <pc:docMk/>
            <pc:sldMk cId="2026785860" sldId="263"/>
            <ac:spMk id="28" creationId="{1161DFD6-2821-09C8-7739-680E1A928BD3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6:43:09.988" v="363" actId="1076"/>
          <ac:spMkLst>
            <pc:docMk/>
            <pc:sldMk cId="2026785860" sldId="263"/>
            <ac:spMk id="29" creationId="{F99FA2EF-CDC5-42FA-2FAA-4A5F67F2E491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6:43:16.004" v="366" actId="1076"/>
          <ac:spMkLst>
            <pc:docMk/>
            <pc:sldMk cId="2026785860" sldId="263"/>
            <ac:spMk id="30" creationId="{0A15D3B0-2D79-8A8C-AA62-0057125D8C22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6:43:24.129" v="370" actId="1076"/>
          <ac:spMkLst>
            <pc:docMk/>
            <pc:sldMk cId="2026785860" sldId="263"/>
            <ac:spMk id="31" creationId="{38B104C3-A421-9F1B-3B01-894907039C0E}"/>
          </ac:spMkLst>
        </pc:spChg>
        <pc:cxnChg chg="add del">
          <ac:chgData name="Yee nwe wynn" userId="S::yeenwewynn.y@kkumail.com::dac0ef35-3253-4399-969d-28493c7db7a7" providerId="AD" clId="Web-{601D1335-6F50-6DAD-92C4-9F1EA61D10EA}" dt="2026-10-08T16:25:51.799" v="103"/>
          <ac:cxnSpMkLst>
            <pc:docMk/>
            <pc:sldMk cId="2026785860" sldId="263"/>
            <ac:cxnSpMk id="11" creationId="{1F16A8D4-FE87-4604-88B2-394B5D1EB437}"/>
          </ac:cxnSpMkLst>
        </pc:cxnChg>
        <pc:cxnChg chg="add del">
          <ac:chgData name="Yee nwe wynn" userId="S::yeenwewynn.y@kkumail.com::dac0ef35-3253-4399-969d-28493c7db7a7" providerId="AD" clId="Web-{601D1335-6F50-6DAD-92C4-9F1EA61D10EA}" dt="2026-10-08T16:31:55.888" v="212"/>
          <ac:cxnSpMkLst>
            <pc:docMk/>
            <pc:sldMk cId="2026785860" sldId="263"/>
            <ac:cxnSpMk id="17" creationId="{23EF4230-57D0-3E20-FCF4-DC1013108746}"/>
          </ac:cxnSpMkLst>
        </pc:cxnChg>
      </pc:sldChg>
      <pc:sldChg chg="addSp delSp modSp new">
        <pc:chgData name="Yee nwe wynn" userId="S::yeenwewynn.y@kkumail.com::dac0ef35-3253-4399-969d-28493c7db7a7" providerId="AD" clId="Web-{601D1335-6F50-6DAD-92C4-9F1EA61D10EA}" dt="2026-10-08T16:51:24.097" v="473" actId="14100"/>
        <pc:sldMkLst>
          <pc:docMk/>
          <pc:sldMk cId="4124213520" sldId="264"/>
        </pc:sldMkLst>
        <pc:spChg chg="mod">
          <ac:chgData name="Yee nwe wynn" userId="S::yeenwewynn.y@kkumail.com::dac0ef35-3253-4399-969d-28493c7db7a7" providerId="AD" clId="Web-{601D1335-6F50-6DAD-92C4-9F1EA61D10EA}" dt="2026-10-08T16:51:24.097" v="473" actId="14100"/>
          <ac:spMkLst>
            <pc:docMk/>
            <pc:sldMk cId="4124213520" sldId="264"/>
            <ac:spMk id="2" creationId="{1AD4E211-DE4A-2D9F-D5FF-1BBA4DAC0737}"/>
          </ac:spMkLst>
        </pc:spChg>
        <pc:spChg chg="del mod">
          <ac:chgData name="Yee nwe wynn" userId="S::yeenwewynn.y@kkumail.com::dac0ef35-3253-4399-969d-28493c7db7a7" providerId="AD" clId="Web-{601D1335-6F50-6DAD-92C4-9F1EA61D10EA}" dt="2026-10-08T16:46:18.635" v="377"/>
          <ac:spMkLst>
            <pc:docMk/>
            <pc:sldMk cId="4124213520" sldId="264"/>
            <ac:spMk id="3" creationId="{921B4F25-05B5-16BD-61C2-5D1577C498FD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6:51:12.128" v="472" actId="14100"/>
          <ac:spMkLst>
            <pc:docMk/>
            <pc:sldMk cId="4124213520" sldId="264"/>
            <ac:spMk id="6" creationId="{532466B7-1873-E78B-DF45-CD14C7241CDF}"/>
          </ac:spMkLst>
        </pc:spChg>
        <pc:graphicFrameChg chg="add mod modGraphic">
          <ac:chgData name="Yee nwe wynn" userId="S::yeenwewynn.y@kkumail.com::dac0ef35-3253-4399-969d-28493c7db7a7" providerId="AD" clId="Web-{601D1335-6F50-6DAD-92C4-9F1EA61D10EA}" dt="2026-10-08T16:49:44.469" v="448"/>
          <ac:graphicFrameMkLst>
            <pc:docMk/>
            <pc:sldMk cId="4124213520" sldId="264"/>
            <ac:graphicFrameMk id="5" creationId="{9BA641EA-BD8C-106C-21C6-000C0E90DFEE}"/>
          </ac:graphicFrameMkLst>
        </pc:graphicFrameChg>
      </pc:sldChg>
      <pc:sldChg chg="addSp delSp modSp new">
        <pc:chgData name="Yee nwe wynn" userId="S::yeenwewynn.y@kkumail.com::dac0ef35-3253-4399-969d-28493c7db7a7" providerId="AD" clId="Web-{601D1335-6F50-6DAD-92C4-9F1EA61D10EA}" dt="2026-10-08T17:31:13.008" v="607" actId="20577"/>
        <pc:sldMkLst>
          <pc:docMk/>
          <pc:sldMk cId="4232249939" sldId="265"/>
        </pc:sldMkLst>
        <pc:spChg chg="mod">
          <ac:chgData name="Yee nwe wynn" userId="S::yeenwewynn.y@kkumail.com::dac0ef35-3253-4399-969d-28493c7db7a7" providerId="AD" clId="Web-{601D1335-6F50-6DAD-92C4-9F1EA61D10EA}" dt="2026-10-08T16:52:15.458" v="476" actId="20577"/>
          <ac:spMkLst>
            <pc:docMk/>
            <pc:sldMk cId="4232249939" sldId="265"/>
            <ac:spMk id="2" creationId="{AF5DDC4E-CDF4-63B8-552A-31B7630261FE}"/>
          </ac:spMkLst>
        </pc:spChg>
        <pc:spChg chg="del">
          <ac:chgData name="Yee nwe wynn" userId="S::yeenwewynn.y@kkumail.com::dac0ef35-3253-4399-969d-28493c7db7a7" providerId="AD" clId="Web-{601D1335-6F50-6DAD-92C4-9F1EA61D10EA}" dt="2026-10-08T17:23:33" v="477"/>
          <ac:spMkLst>
            <pc:docMk/>
            <pc:sldMk cId="4232249939" sldId="265"/>
            <ac:spMk id="3" creationId="{A174119F-30CF-874D-CF27-EEEB3E6E05C1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7:25:26.334" v="498"/>
          <ac:spMkLst>
            <pc:docMk/>
            <pc:sldMk cId="4232249939" sldId="265"/>
            <ac:spMk id="8" creationId="{0303DDDF-B247-A2B3-6DB5-F7EEAB258786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7:28:28.187" v="540"/>
          <ac:spMkLst>
            <pc:docMk/>
            <pc:sldMk cId="4232249939" sldId="265"/>
            <ac:spMk id="9" creationId="{393B9EBF-44D5-5D8F-8885-B37836570D26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7:28:29.922" v="541"/>
          <ac:spMkLst>
            <pc:docMk/>
            <pc:sldMk cId="4232249939" sldId="265"/>
            <ac:spMk id="10" creationId="{2797858E-2E78-94D9-0476-992B075559C6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7:28:31.953" v="542"/>
          <ac:spMkLst>
            <pc:docMk/>
            <pc:sldMk cId="4232249939" sldId="265"/>
            <ac:spMk id="11" creationId="{9D51A4F5-B116-78D4-0AA1-FA69ED573579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7:28:32.203" v="543"/>
          <ac:spMkLst>
            <pc:docMk/>
            <pc:sldMk cId="4232249939" sldId="265"/>
            <ac:spMk id="12" creationId="{0FBC3818-4020-3E85-C631-38C8A18D8756}"/>
          </ac:spMkLst>
        </pc:spChg>
        <pc:spChg chg="add del">
          <ac:chgData name="Yee nwe wynn" userId="S::yeenwewynn.y@kkumail.com::dac0ef35-3253-4399-969d-28493c7db7a7" providerId="AD" clId="Web-{601D1335-6F50-6DAD-92C4-9F1EA61D10EA}" dt="2026-10-08T17:26:38.963" v="523"/>
          <ac:spMkLst>
            <pc:docMk/>
            <pc:sldMk cId="4232249939" sldId="265"/>
            <ac:spMk id="13" creationId="{A94EE8BD-C33E-A0CC-20E5-B2404A8B9F67}"/>
          </ac:spMkLst>
        </pc:spChg>
        <pc:spChg chg="add del">
          <ac:chgData name="Yee nwe wynn" userId="S::yeenwewynn.y@kkumail.com::dac0ef35-3253-4399-969d-28493c7db7a7" providerId="AD" clId="Web-{601D1335-6F50-6DAD-92C4-9F1EA61D10EA}" dt="2026-10-08T17:27:22.918" v="533"/>
          <ac:spMkLst>
            <pc:docMk/>
            <pc:sldMk cId="4232249939" sldId="265"/>
            <ac:spMk id="14" creationId="{B3915F89-63CB-49C0-D854-CF07D44C5BF4}"/>
          </ac:spMkLst>
        </pc:spChg>
        <pc:spChg chg="add del">
          <ac:chgData name="Yee nwe wynn" userId="S::yeenwewynn.y@kkumail.com::dac0ef35-3253-4399-969d-28493c7db7a7" providerId="AD" clId="Web-{601D1335-6F50-6DAD-92C4-9F1EA61D10EA}" dt="2026-10-08T17:27:57.514" v="536"/>
          <ac:spMkLst>
            <pc:docMk/>
            <pc:sldMk cId="4232249939" sldId="265"/>
            <ac:spMk id="15" creationId="{0F1D240F-BA2B-2F30-DF56-0D0D0F65395A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7:29:46.441" v="582" actId="20577"/>
          <ac:spMkLst>
            <pc:docMk/>
            <pc:sldMk cId="4232249939" sldId="265"/>
            <ac:spMk id="17" creationId="{581AF2AA-4C97-09D8-3D3F-32F645D829CB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7:29:28.769" v="579" actId="20577"/>
          <ac:spMkLst>
            <pc:docMk/>
            <pc:sldMk cId="4232249939" sldId="265"/>
            <ac:spMk id="19" creationId="{DD69D73A-1F1C-FA30-0F2F-21B7E0EB8165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7:29:06.346" v="575" actId="20577"/>
          <ac:spMkLst>
            <pc:docMk/>
            <pc:sldMk cId="4232249939" sldId="265"/>
            <ac:spMk id="21" creationId="{38C4DF2E-25CA-C228-BA3A-8DC3724C92C7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7:30:20.709" v="589" actId="1076"/>
          <ac:spMkLst>
            <pc:docMk/>
            <pc:sldMk cId="4232249939" sldId="265"/>
            <ac:spMk id="23" creationId="{6284AD34-D84A-887D-D39F-FF6D7D66A680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7:30:06.739" v="584" actId="1076"/>
          <ac:spMkLst>
            <pc:docMk/>
            <pc:sldMk cId="4232249939" sldId="265"/>
            <ac:spMk id="25" creationId="{A662DA64-5EA8-6E29-4F25-6E986EA32212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7:30:11.630" v="586" actId="1076"/>
          <ac:spMkLst>
            <pc:docMk/>
            <pc:sldMk cId="4232249939" sldId="265"/>
            <ac:spMk id="27" creationId="{C9433F20-7C24-B826-C126-279B18962D08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7:30:15.177" v="588" actId="1076"/>
          <ac:spMkLst>
            <pc:docMk/>
            <pc:sldMk cId="4232249939" sldId="265"/>
            <ac:spMk id="29" creationId="{34BD6F4A-C6A1-9F5B-FBF9-346C529DC9C7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7:31:13.008" v="607" actId="20577"/>
          <ac:spMkLst>
            <pc:docMk/>
            <pc:sldMk cId="4232249939" sldId="265"/>
            <ac:spMk id="30" creationId="{B9F38B4E-AF3D-86CD-4709-39BD75264199}"/>
          </ac:spMkLst>
        </pc:spChg>
        <pc:picChg chg="add del mod ord">
          <ac:chgData name="Yee nwe wynn" userId="S::yeenwewynn.y@kkumail.com::dac0ef35-3253-4399-969d-28493c7db7a7" providerId="AD" clId="Web-{601D1335-6F50-6DAD-92C4-9F1EA61D10EA}" dt="2026-10-08T17:24:44.988" v="489"/>
          <ac:picMkLst>
            <pc:docMk/>
            <pc:sldMk cId="4232249939" sldId="265"/>
            <ac:picMk id="4" creationId="{E1134A61-168E-416F-96E9-02936C1DEA0A}"/>
          </ac:picMkLst>
        </pc:picChg>
        <pc:picChg chg="add del mod">
          <ac:chgData name="Yee nwe wynn" userId="S::yeenwewynn.y@kkumail.com::dac0ef35-3253-4399-969d-28493c7db7a7" providerId="AD" clId="Web-{601D1335-6F50-6DAD-92C4-9F1EA61D10EA}" dt="2026-10-08T17:24:47.504" v="490"/>
          <ac:picMkLst>
            <pc:docMk/>
            <pc:sldMk cId="4232249939" sldId="265"/>
            <ac:picMk id="5" creationId="{C076E3FC-538B-9DB7-F86D-6B60AB523352}"/>
          </ac:picMkLst>
        </pc:picChg>
        <pc:picChg chg="add del mod">
          <ac:chgData name="Yee nwe wynn" userId="S::yeenwewynn.y@kkumail.com::dac0ef35-3253-4399-969d-28493c7db7a7" providerId="AD" clId="Web-{601D1335-6F50-6DAD-92C4-9F1EA61D10EA}" dt="2026-10-08T17:24:36.082" v="488"/>
          <ac:picMkLst>
            <pc:docMk/>
            <pc:sldMk cId="4232249939" sldId="265"/>
            <ac:picMk id="6" creationId="{DC57B127-939C-102A-5E82-535D10241294}"/>
          </ac:picMkLst>
        </pc:picChg>
      </pc:sldChg>
      <pc:sldChg chg="addSp delSp modSp new">
        <pc:chgData name="Yee nwe wynn" userId="S::yeenwewynn.y@kkumail.com::dac0ef35-3253-4399-969d-28493c7db7a7" providerId="AD" clId="Web-{601D1335-6F50-6DAD-92C4-9F1EA61D10EA}" dt="2026-10-08T17:34:55.426" v="742" actId="20577"/>
        <pc:sldMkLst>
          <pc:docMk/>
          <pc:sldMk cId="1764763394" sldId="266"/>
        </pc:sldMkLst>
        <pc:spChg chg="mod">
          <ac:chgData name="Yee nwe wynn" userId="S::yeenwewynn.y@kkumail.com::dac0ef35-3253-4399-969d-28493c7db7a7" providerId="AD" clId="Web-{601D1335-6F50-6DAD-92C4-9F1EA61D10EA}" dt="2026-10-08T17:31:45.057" v="609" actId="20577"/>
          <ac:spMkLst>
            <pc:docMk/>
            <pc:sldMk cId="1764763394" sldId="266"/>
            <ac:spMk id="2" creationId="{07907C00-812A-FD2B-8F8A-E3CCA7ED1397}"/>
          </ac:spMkLst>
        </pc:spChg>
        <pc:spChg chg="del">
          <ac:chgData name="Yee nwe wynn" userId="S::yeenwewynn.y@kkumail.com::dac0ef35-3253-4399-969d-28493c7db7a7" providerId="AD" clId="Web-{601D1335-6F50-6DAD-92C4-9F1EA61D10EA}" dt="2026-10-08T17:31:56.464" v="610"/>
          <ac:spMkLst>
            <pc:docMk/>
            <pc:sldMk cId="1764763394" sldId="266"/>
            <ac:spMk id="3" creationId="{EEE297BD-3641-33FF-42BF-6AC3CE71A041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7:34:55.426" v="742" actId="20577"/>
          <ac:spMkLst>
            <pc:docMk/>
            <pc:sldMk cId="1764763394" sldId="266"/>
            <ac:spMk id="6" creationId="{EDA673E6-1170-BC51-AAEB-D13C689DEB3B}"/>
          </ac:spMkLst>
        </pc:spChg>
        <pc:graphicFrameChg chg="add mod ord modGraphic">
          <ac:chgData name="Yee nwe wynn" userId="S::yeenwewynn.y@kkumail.com::dac0ef35-3253-4399-969d-28493c7db7a7" providerId="AD" clId="Web-{601D1335-6F50-6DAD-92C4-9F1EA61D10EA}" dt="2026-10-08T17:33:47.610" v="725"/>
          <ac:graphicFrameMkLst>
            <pc:docMk/>
            <pc:sldMk cId="1764763394" sldId="266"/>
            <ac:graphicFrameMk id="5" creationId="{EF37A9A8-8D9C-25E2-8610-01C48A48A9D7}"/>
          </ac:graphicFrameMkLst>
        </pc:graphicFrameChg>
      </pc:sldChg>
      <pc:sldChg chg="addSp delSp modSp new">
        <pc:chgData name="Yee nwe wynn" userId="S::yeenwewynn.y@kkumail.com::dac0ef35-3253-4399-969d-28493c7db7a7" providerId="AD" clId="Web-{601D1335-6F50-6DAD-92C4-9F1EA61D10EA}" dt="2026-10-08T17:44:51.551" v="969" actId="20577"/>
        <pc:sldMkLst>
          <pc:docMk/>
          <pc:sldMk cId="3161433496" sldId="267"/>
        </pc:sldMkLst>
        <pc:spChg chg="mod">
          <ac:chgData name="Yee nwe wynn" userId="S::yeenwewynn.y@kkumail.com::dac0ef35-3253-4399-969d-28493c7db7a7" providerId="AD" clId="Web-{601D1335-6F50-6DAD-92C4-9F1EA61D10EA}" dt="2026-10-08T17:35:59.836" v="747" actId="20577"/>
          <ac:spMkLst>
            <pc:docMk/>
            <pc:sldMk cId="3161433496" sldId="267"/>
            <ac:spMk id="2" creationId="{49884922-0B92-CBD2-614C-005BDC439ACA}"/>
          </ac:spMkLst>
        </pc:spChg>
        <pc:spChg chg="mod">
          <ac:chgData name="Yee nwe wynn" userId="S::yeenwewynn.y@kkumail.com::dac0ef35-3253-4399-969d-28493c7db7a7" providerId="AD" clId="Web-{601D1335-6F50-6DAD-92C4-9F1EA61D10EA}" dt="2026-10-08T17:43:41.141" v="945" actId="14100"/>
          <ac:spMkLst>
            <pc:docMk/>
            <pc:sldMk cId="3161433496" sldId="267"/>
            <ac:spMk id="3" creationId="{B43F5920-79AB-288F-92D1-C2897F3E2A36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7:44:51.551" v="969" actId="20577"/>
          <ac:spMkLst>
            <pc:docMk/>
            <pc:sldMk cId="3161433496" sldId="267"/>
            <ac:spMk id="6" creationId="{91B36798-3C65-EDA2-D2F3-21C9EAEF24E5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7:43:48.235" v="950"/>
          <ac:spMkLst>
            <pc:docMk/>
            <pc:sldMk cId="3161433496" sldId="267"/>
            <ac:spMk id="7" creationId="{49B06B20-A09D-8AE3-D0A7-BC07C2778937}"/>
          </ac:spMkLst>
        </pc:spChg>
        <pc:graphicFrameChg chg="add mod modGraphic">
          <ac:chgData name="Yee nwe wynn" userId="S::yeenwewynn.y@kkumail.com::dac0ef35-3253-4399-969d-28493c7db7a7" providerId="AD" clId="Web-{601D1335-6F50-6DAD-92C4-9F1EA61D10EA}" dt="2026-10-08T17:43:44.688" v="946" actId="1076"/>
          <ac:graphicFrameMkLst>
            <pc:docMk/>
            <pc:sldMk cId="3161433496" sldId="267"/>
            <ac:graphicFrameMk id="5" creationId="{8FEF4CDF-B79D-8DF1-9EA6-D26635A5EB9B}"/>
          </ac:graphicFrameMkLst>
        </pc:graphicFrameChg>
      </pc:sldChg>
      <pc:sldChg chg="addSp delSp modSp new mod setBg">
        <pc:chgData name="Yee nwe wynn" userId="S::yeenwewynn.y@kkumail.com::dac0ef35-3253-4399-969d-28493c7db7a7" providerId="AD" clId="Web-{601D1335-6F50-6DAD-92C4-9F1EA61D10EA}" dt="2026-10-08T18:00:31.491" v="1038" actId="1076"/>
        <pc:sldMkLst>
          <pc:docMk/>
          <pc:sldMk cId="4825710" sldId="268"/>
        </pc:sldMkLst>
        <pc:spChg chg="mod">
          <ac:chgData name="Yee nwe wynn" userId="S::yeenwewynn.y@kkumail.com::dac0ef35-3253-4399-969d-28493c7db7a7" providerId="AD" clId="Web-{601D1335-6F50-6DAD-92C4-9F1EA61D10EA}" dt="2026-10-08T17:59:27.847" v="1022"/>
          <ac:spMkLst>
            <pc:docMk/>
            <pc:sldMk cId="4825710" sldId="268"/>
            <ac:spMk id="2" creationId="{A92BAC30-EF5C-1E4E-0A86-D280CBE7D739}"/>
          </ac:spMkLst>
        </pc:spChg>
        <pc:spChg chg="del">
          <ac:chgData name="Yee nwe wynn" userId="S::yeenwewynn.y@kkumail.com::dac0ef35-3253-4399-969d-28493c7db7a7" providerId="AD" clId="Web-{601D1335-6F50-6DAD-92C4-9F1EA61D10EA}" dt="2026-10-08T17:53:47.970" v="974"/>
          <ac:spMkLst>
            <pc:docMk/>
            <pc:sldMk cId="4825710" sldId="268"/>
            <ac:spMk id="3" creationId="{73CB58AE-4FBC-940C-7EFB-C0974123D85B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7:56:18.900" v="996"/>
          <ac:spMkLst>
            <pc:docMk/>
            <pc:sldMk cId="4825710" sldId="268"/>
            <ac:spMk id="6" creationId="{0FB860B4-9566-AFF6-61BE-314731E926EA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7:57:56.733" v="1006"/>
          <ac:spMkLst>
            <pc:docMk/>
            <pc:sldMk cId="4825710" sldId="268"/>
            <ac:spMk id="9" creationId="{C2C59AC1-68A8-9A00-D532-632A91FDEB8F}"/>
          </ac:spMkLst>
        </pc:spChg>
        <pc:spChg chg="add del">
          <ac:chgData name="Yee nwe wynn" userId="S::yeenwewynn.y@kkumail.com::dac0ef35-3253-4399-969d-28493c7db7a7" providerId="AD" clId="Web-{601D1335-6F50-6DAD-92C4-9F1EA61D10EA}" dt="2026-10-08T17:56:39.932" v="998"/>
          <ac:spMkLst>
            <pc:docMk/>
            <pc:sldMk cId="4825710" sldId="268"/>
            <ac:spMk id="11" creationId="{85273759-6460-CC7A-5346-AC441C178C10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7:58:51.564" v="1015"/>
          <ac:spMkLst>
            <pc:docMk/>
            <pc:sldMk cId="4825710" sldId="268"/>
            <ac:spMk id="13" creationId="{0795C3BE-778E-35BB-19C3-BE1D83B2B0A1}"/>
          </ac:spMkLst>
        </pc:spChg>
        <pc:spChg chg="add del">
          <ac:chgData name="Yee nwe wynn" userId="S::yeenwewynn.y@kkumail.com::dac0ef35-3253-4399-969d-28493c7db7a7" providerId="AD" clId="Web-{601D1335-6F50-6DAD-92C4-9F1EA61D10EA}" dt="2026-10-08T17:56:39.932" v="998"/>
          <ac:spMkLst>
            <pc:docMk/>
            <pc:sldMk cId="4825710" sldId="268"/>
            <ac:spMk id="14" creationId="{32AEEBC8-9D30-42EF-95F2-386C2653FBF0}"/>
          </ac:spMkLst>
        </pc:spChg>
        <pc:spChg chg="add del">
          <ac:chgData name="Yee nwe wynn" userId="S::yeenwewynn.y@kkumail.com::dac0ef35-3253-4399-969d-28493c7db7a7" providerId="AD" clId="Web-{601D1335-6F50-6DAD-92C4-9F1EA61D10EA}" dt="2026-10-08T17:56:39.932" v="998"/>
          <ac:spMkLst>
            <pc:docMk/>
            <pc:sldMk cId="4825710" sldId="268"/>
            <ac:spMk id="16" creationId="{3529E97A-97C3-40EA-8A04-5C02398D568F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8:00:31.491" v="1038" actId="1076"/>
          <ac:spMkLst>
            <pc:docMk/>
            <pc:sldMk cId="4825710" sldId="268"/>
            <ac:spMk id="17" creationId="{D822F6DF-2E16-42B7-E196-44CD67996EAD}"/>
          </ac:spMkLst>
        </pc:spChg>
        <pc:spChg chg="add del">
          <ac:chgData name="Yee nwe wynn" userId="S::yeenwewynn.y@kkumail.com::dac0ef35-3253-4399-969d-28493c7db7a7" providerId="AD" clId="Web-{601D1335-6F50-6DAD-92C4-9F1EA61D10EA}" dt="2026-10-08T17:56:39.932" v="998"/>
          <ac:spMkLst>
            <pc:docMk/>
            <pc:sldMk cId="4825710" sldId="268"/>
            <ac:spMk id="18" creationId="{59FA8C2E-A5A7-4490-927A-7CD58343EDBB}"/>
          </ac:spMkLst>
        </pc:spChg>
        <pc:spChg chg="add del">
          <ac:chgData name="Yee nwe wynn" userId="S::yeenwewynn.y@kkumail.com::dac0ef35-3253-4399-969d-28493c7db7a7" providerId="AD" clId="Web-{601D1335-6F50-6DAD-92C4-9F1EA61D10EA}" dt="2026-10-08T17:59:27.847" v="1022"/>
          <ac:spMkLst>
            <pc:docMk/>
            <pc:sldMk cId="4825710" sldId="268"/>
            <ac:spMk id="20" creationId="{A8384FB5-9ADC-4DDC-881B-597D56F5B15D}"/>
          </ac:spMkLst>
        </pc:spChg>
        <pc:spChg chg="add del">
          <ac:chgData name="Yee nwe wynn" userId="S::yeenwewynn.y@kkumail.com::dac0ef35-3253-4399-969d-28493c7db7a7" providerId="AD" clId="Web-{601D1335-6F50-6DAD-92C4-9F1EA61D10EA}" dt="2026-10-08T17:59:27.847" v="1022"/>
          <ac:spMkLst>
            <pc:docMk/>
            <pc:sldMk cId="4825710" sldId="268"/>
            <ac:spMk id="22" creationId="{1199E1B1-A8C0-4FE8-A5A8-1CB41D69F857}"/>
          </ac:spMkLst>
        </pc:spChg>
        <pc:spChg chg="add del">
          <ac:chgData name="Yee nwe wynn" userId="S::yeenwewynn.y@kkumail.com::dac0ef35-3253-4399-969d-28493c7db7a7" providerId="AD" clId="Web-{601D1335-6F50-6DAD-92C4-9F1EA61D10EA}" dt="2026-10-08T17:59:27.847" v="1022"/>
          <ac:spMkLst>
            <pc:docMk/>
            <pc:sldMk cId="4825710" sldId="268"/>
            <ac:spMk id="24" creationId="{84A8DE83-DE75-4B41-9DB4-A7EC0B0DEC0B}"/>
          </ac:spMkLst>
        </pc:spChg>
        <pc:spChg chg="add del">
          <ac:chgData name="Yee nwe wynn" userId="S::yeenwewynn.y@kkumail.com::dac0ef35-3253-4399-969d-28493c7db7a7" providerId="AD" clId="Web-{601D1335-6F50-6DAD-92C4-9F1EA61D10EA}" dt="2026-10-08T17:59:27.847" v="1022"/>
          <ac:spMkLst>
            <pc:docMk/>
            <pc:sldMk cId="4825710" sldId="268"/>
            <ac:spMk id="26" creationId="{A7009A0A-BEF5-4EAC-AF15-E4F9F002E239}"/>
          </ac:spMkLst>
        </pc:spChg>
        <pc:picChg chg="add del mod ord">
          <ac:chgData name="Yee nwe wynn" userId="S::yeenwewynn.y@kkumail.com::dac0ef35-3253-4399-969d-28493c7db7a7" providerId="AD" clId="Web-{601D1335-6F50-6DAD-92C4-9F1EA61D10EA}" dt="2026-10-08T17:55:54.633" v="995"/>
          <ac:picMkLst>
            <pc:docMk/>
            <pc:sldMk cId="4825710" sldId="268"/>
            <ac:picMk id="4" creationId="{6EEC23EF-94E3-E9FC-8E70-976E471BE561}"/>
          </ac:picMkLst>
        </pc:picChg>
        <pc:picChg chg="add del mod ord">
          <ac:chgData name="Yee nwe wynn" userId="S::yeenwewynn.y@kkumail.com::dac0ef35-3253-4399-969d-28493c7db7a7" providerId="AD" clId="Web-{601D1335-6F50-6DAD-92C4-9F1EA61D10EA}" dt="2026-10-08T17:57:45.732" v="1005"/>
          <ac:picMkLst>
            <pc:docMk/>
            <pc:sldMk cId="4825710" sldId="268"/>
            <ac:picMk id="7" creationId="{0EE19D30-46E2-FCDF-1DD4-ED2907D45015}"/>
          </ac:picMkLst>
        </pc:picChg>
        <pc:picChg chg="add del mod ord">
          <ac:chgData name="Yee nwe wynn" userId="S::yeenwewynn.y@kkumail.com::dac0ef35-3253-4399-969d-28493c7db7a7" providerId="AD" clId="Web-{601D1335-6F50-6DAD-92C4-9F1EA61D10EA}" dt="2026-10-08T17:58:40.219" v="1014"/>
          <ac:picMkLst>
            <pc:docMk/>
            <pc:sldMk cId="4825710" sldId="268"/>
            <ac:picMk id="10" creationId="{02D49487-E167-A51E-E062-957C6D8225BE}"/>
          </ac:picMkLst>
        </pc:picChg>
        <pc:picChg chg="add mod ord">
          <ac:chgData name="Yee nwe wynn" userId="S::yeenwewynn.y@kkumail.com::dac0ef35-3253-4399-969d-28493c7db7a7" providerId="AD" clId="Web-{601D1335-6F50-6DAD-92C4-9F1EA61D10EA}" dt="2026-10-08T18:00:03.974" v="1029" actId="14100"/>
          <ac:picMkLst>
            <pc:docMk/>
            <pc:sldMk cId="4825710" sldId="268"/>
            <ac:picMk id="15" creationId="{181A1F8A-ACB6-1B0C-F875-AAD436778A09}"/>
          </ac:picMkLst>
        </pc:picChg>
      </pc:sldChg>
      <pc:sldChg chg="add del replId">
        <pc:chgData name="Yee nwe wynn" userId="S::yeenwewynn.y@kkumail.com::dac0ef35-3253-4399-969d-28493c7db7a7" providerId="AD" clId="Web-{601D1335-6F50-6DAD-92C4-9F1EA61D10EA}" dt="2026-10-08T17:35:42.398" v="745"/>
        <pc:sldMkLst>
          <pc:docMk/>
          <pc:sldMk cId="155801009" sldId="268"/>
        </pc:sldMkLst>
      </pc:sldChg>
      <pc:sldChg chg="addSp modSp new del">
        <pc:chgData name="Yee nwe wynn" userId="S::yeenwewynn.y@kkumail.com::dac0ef35-3253-4399-969d-28493c7db7a7" providerId="AD" clId="Web-{601D1335-6F50-6DAD-92C4-9F1EA61D10EA}" dt="2026-10-08T18:04:24.425" v="1088"/>
        <pc:sldMkLst>
          <pc:docMk/>
          <pc:sldMk cId="1615897246" sldId="269"/>
        </pc:sldMkLst>
        <pc:spChg chg="mod">
          <ac:chgData name="Yee nwe wynn" userId="S::yeenwewynn.y@kkumail.com::dac0ef35-3253-4399-969d-28493c7db7a7" providerId="AD" clId="Web-{601D1335-6F50-6DAD-92C4-9F1EA61D10EA}" dt="2026-10-08T18:01:04.117" v="1044" actId="20577"/>
          <ac:spMkLst>
            <pc:docMk/>
            <pc:sldMk cId="1615897246" sldId="269"/>
            <ac:spMk id="2" creationId="{90FA8423-C88B-BF09-9920-1AE28049B693}"/>
          </ac:spMkLst>
        </pc:spChg>
        <pc:spChg chg="mod">
          <ac:chgData name="Yee nwe wynn" userId="S::yeenwewynn.y@kkumail.com::dac0ef35-3253-4399-969d-28493c7db7a7" providerId="AD" clId="Web-{601D1335-6F50-6DAD-92C4-9F1EA61D10EA}" dt="2026-10-08T18:01:14.352" v="1048" actId="1076"/>
          <ac:spMkLst>
            <pc:docMk/>
            <pc:sldMk cId="1615897246" sldId="269"/>
            <ac:spMk id="3" creationId="{78C9DD98-D9D7-6F25-3012-BAEFE6C1630D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8:02:41.451" v="1087" actId="14100"/>
          <ac:spMkLst>
            <pc:docMk/>
            <pc:sldMk cId="1615897246" sldId="269"/>
            <ac:spMk id="6" creationId="{4BF6C421-7BD7-2DC2-29EA-C6DD2D87E0D6}"/>
          </ac:spMkLst>
        </pc:spChg>
        <pc:graphicFrameChg chg="add mod modGraphic">
          <ac:chgData name="Yee nwe wynn" userId="S::yeenwewynn.y@kkumail.com::dac0ef35-3253-4399-969d-28493c7db7a7" providerId="AD" clId="Web-{601D1335-6F50-6DAD-92C4-9F1EA61D10EA}" dt="2026-10-08T18:02:06.902" v="1072"/>
          <ac:graphicFrameMkLst>
            <pc:docMk/>
            <pc:sldMk cId="1615897246" sldId="269"/>
            <ac:graphicFrameMk id="5" creationId="{47115AC3-EB8D-094B-92BE-E2CB4A40F626}"/>
          </ac:graphicFrameMkLst>
        </pc:graphicFrameChg>
      </pc:sldChg>
      <pc:sldChg chg="addSp delSp modSp new mod setBg">
        <pc:chgData name="Yee nwe wynn" userId="S::yeenwewynn.y@kkumail.com::dac0ef35-3253-4399-969d-28493c7db7a7" providerId="AD" clId="Web-{601D1335-6F50-6DAD-92C4-9F1EA61D10EA}" dt="2026-10-08T18:07:22.981" v="1128" actId="20577"/>
        <pc:sldMkLst>
          <pc:docMk/>
          <pc:sldMk cId="3908796416" sldId="269"/>
        </pc:sldMkLst>
        <pc:spChg chg="mod">
          <ac:chgData name="Yee nwe wynn" userId="S::yeenwewynn.y@kkumail.com::dac0ef35-3253-4399-969d-28493c7db7a7" providerId="AD" clId="Web-{601D1335-6F50-6DAD-92C4-9F1EA61D10EA}" dt="2026-10-08T18:06:10.415" v="1099"/>
          <ac:spMkLst>
            <pc:docMk/>
            <pc:sldMk cId="3908796416" sldId="269"/>
            <ac:spMk id="2" creationId="{4D132369-CC8A-3A2D-0823-90D13EFC8878}"/>
          </ac:spMkLst>
        </pc:spChg>
        <pc:spChg chg="del mod">
          <ac:chgData name="Yee nwe wynn" userId="S::yeenwewynn.y@kkumail.com::dac0ef35-3253-4399-969d-28493c7db7a7" providerId="AD" clId="Web-{601D1335-6F50-6DAD-92C4-9F1EA61D10EA}" dt="2026-10-08T18:05:30.397" v="1092"/>
          <ac:spMkLst>
            <pc:docMk/>
            <pc:sldMk cId="3908796416" sldId="269"/>
            <ac:spMk id="3" creationId="{89B325EF-7E8A-F902-40B9-7E018574C115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8:07:22.981" v="1128" actId="20577"/>
          <ac:spMkLst>
            <pc:docMk/>
            <pc:sldMk cId="3908796416" sldId="269"/>
            <ac:spMk id="5" creationId="{F99583F7-119B-5BD5-CEE6-C7B92906D09E}"/>
          </ac:spMkLst>
        </pc:spChg>
        <pc:spChg chg="add del">
          <ac:chgData name="Yee nwe wynn" userId="S::yeenwewynn.y@kkumail.com::dac0ef35-3253-4399-969d-28493c7db7a7" providerId="AD" clId="Web-{601D1335-6F50-6DAD-92C4-9F1EA61D10EA}" dt="2026-10-08T18:06:10.415" v="1099"/>
          <ac:spMkLst>
            <pc:docMk/>
            <pc:sldMk cId="3908796416" sldId="269"/>
            <ac:spMk id="9" creationId="{665DBBEF-238B-476B-96AB-8AAC3224ECEA}"/>
          </ac:spMkLst>
        </pc:spChg>
        <pc:spChg chg="add del">
          <ac:chgData name="Yee nwe wynn" userId="S::yeenwewynn.y@kkumail.com::dac0ef35-3253-4399-969d-28493c7db7a7" providerId="AD" clId="Web-{601D1335-6F50-6DAD-92C4-9F1EA61D10EA}" dt="2026-10-08T18:06:10.415" v="1099"/>
          <ac:spMkLst>
            <pc:docMk/>
            <pc:sldMk cId="3908796416" sldId="269"/>
            <ac:spMk id="11" creationId="{3FCFB1DE-0B7E-48CC-BA90-B2AB0889F9D6}"/>
          </ac:spMkLst>
        </pc:spChg>
        <pc:picChg chg="add mod ord">
          <ac:chgData name="Yee nwe wynn" userId="S::yeenwewynn.y@kkumail.com::dac0ef35-3253-4399-969d-28493c7db7a7" providerId="AD" clId="Web-{601D1335-6F50-6DAD-92C4-9F1EA61D10EA}" dt="2026-10-08T18:06:10.415" v="1099"/>
          <ac:picMkLst>
            <pc:docMk/>
            <pc:sldMk cId="3908796416" sldId="269"/>
            <ac:picMk id="4" creationId="{69B4611A-DCBC-5D23-0B4F-C50F064A30B9}"/>
          </ac:picMkLst>
        </pc:picChg>
      </pc:sldChg>
      <pc:sldChg chg="addSp delSp modSp new">
        <pc:chgData name="Yee nwe wynn" userId="S::yeenwewynn.y@kkumail.com::dac0ef35-3253-4399-969d-28493c7db7a7" providerId="AD" clId="Web-{601D1335-6F50-6DAD-92C4-9F1EA61D10EA}" dt="2026-10-08T18:18:02.733" v="1262" actId="14100"/>
        <pc:sldMkLst>
          <pc:docMk/>
          <pc:sldMk cId="4035127956" sldId="270"/>
        </pc:sldMkLst>
        <pc:spChg chg="mod">
          <ac:chgData name="Yee nwe wynn" userId="S::yeenwewynn.y@kkumail.com::dac0ef35-3253-4399-969d-28493c7db7a7" providerId="AD" clId="Web-{601D1335-6F50-6DAD-92C4-9F1EA61D10EA}" dt="2026-10-08T18:08:13.202" v="1130" actId="20577"/>
          <ac:spMkLst>
            <pc:docMk/>
            <pc:sldMk cId="4035127956" sldId="270"/>
            <ac:spMk id="2" creationId="{ED16690F-095B-999F-1802-46B3DCFDEF1F}"/>
          </ac:spMkLst>
        </pc:spChg>
        <pc:spChg chg="del">
          <ac:chgData name="Yee nwe wynn" userId="S::yeenwewynn.y@kkumail.com::dac0ef35-3253-4399-969d-28493c7db7a7" providerId="AD" clId="Web-{601D1335-6F50-6DAD-92C4-9F1EA61D10EA}" dt="2026-10-08T18:08:24.078" v="1131"/>
          <ac:spMkLst>
            <pc:docMk/>
            <pc:sldMk cId="4035127956" sldId="270"/>
            <ac:spMk id="3" creationId="{A868614A-7D2B-CA0F-9134-8359B9B34791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8:18:02.733" v="1262" actId="14100"/>
          <ac:spMkLst>
            <pc:docMk/>
            <pc:sldMk cId="4035127956" sldId="270"/>
            <ac:spMk id="6" creationId="{7F0E7D11-B7F3-A0ED-8015-3045EA5D3ADF}"/>
          </ac:spMkLst>
        </pc:spChg>
        <pc:graphicFrameChg chg="add mod ord modGraphic">
          <ac:chgData name="Yee nwe wynn" userId="S::yeenwewynn.y@kkumail.com::dac0ef35-3253-4399-969d-28493c7db7a7" providerId="AD" clId="Web-{601D1335-6F50-6DAD-92C4-9F1EA61D10EA}" dt="2026-10-08T18:09:10.143" v="1185"/>
          <ac:graphicFrameMkLst>
            <pc:docMk/>
            <pc:sldMk cId="4035127956" sldId="270"/>
            <ac:graphicFrameMk id="5" creationId="{2A0646EA-5345-CCD8-3420-107B9CF622BA}"/>
          </ac:graphicFrameMkLst>
        </pc:graphicFrameChg>
      </pc:sldChg>
      <pc:sldChg chg="addSp delSp modSp new">
        <pc:chgData name="Yee nwe wynn" userId="S::yeenwewynn.y@kkumail.com::dac0ef35-3253-4399-969d-28493c7db7a7" providerId="AD" clId="Web-{601D1335-6F50-6DAD-92C4-9F1EA61D10EA}" dt="2026-10-08T18:37:20.841" v="1290" actId="14100"/>
        <pc:sldMkLst>
          <pc:docMk/>
          <pc:sldMk cId="2642177106" sldId="271"/>
        </pc:sldMkLst>
        <pc:spChg chg="mod">
          <ac:chgData name="Yee nwe wynn" userId="S::yeenwewynn.y@kkumail.com::dac0ef35-3253-4399-969d-28493c7db7a7" providerId="AD" clId="Web-{601D1335-6F50-6DAD-92C4-9F1EA61D10EA}" dt="2026-10-08T18:10:26.600" v="1205" actId="20577"/>
          <ac:spMkLst>
            <pc:docMk/>
            <pc:sldMk cId="2642177106" sldId="271"/>
            <ac:spMk id="2" creationId="{0019B339-D32B-7665-7BB8-426584866DB7}"/>
          </ac:spMkLst>
        </pc:spChg>
        <pc:spChg chg="del mod">
          <ac:chgData name="Yee nwe wynn" userId="S::yeenwewynn.y@kkumail.com::dac0ef35-3253-4399-969d-28493c7db7a7" providerId="AD" clId="Web-{601D1335-6F50-6DAD-92C4-9F1EA61D10EA}" dt="2026-10-08T18:10:41.710" v="1209"/>
          <ac:spMkLst>
            <pc:docMk/>
            <pc:sldMk cId="2642177106" sldId="271"/>
            <ac:spMk id="3" creationId="{0B8A907C-5190-1823-DF9C-C170E71DBB33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8:13:11.515" v="1228"/>
          <ac:spMkLst>
            <pc:docMk/>
            <pc:sldMk cId="2642177106" sldId="271"/>
            <ac:spMk id="4" creationId="{9F7EB729-E892-A38B-74A2-52507F552B9F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8:13:07.640" v="1225"/>
          <ac:spMkLst>
            <pc:docMk/>
            <pc:sldMk cId="2642177106" sldId="271"/>
            <ac:spMk id="5" creationId="{1DE88A60-2E8D-41AB-27EE-EB5ADD2730C1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8:14:22.690" v="1238"/>
          <ac:spMkLst>
            <pc:docMk/>
            <pc:sldMk cId="2642177106" sldId="271"/>
            <ac:spMk id="7" creationId="{B2994354-E601-CD44-1065-5DC43E41D3A2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8:16:13.243" v="1253" actId="20577"/>
          <ac:spMkLst>
            <pc:docMk/>
            <pc:sldMk cId="2642177106" sldId="271"/>
            <ac:spMk id="8" creationId="{C026BB63-51A2-903F-0614-40C0B74B6414}"/>
          </ac:spMkLst>
        </pc:spChg>
        <pc:picChg chg="add mod">
          <ac:chgData name="Yee nwe wynn" userId="S::yeenwewynn.y@kkumail.com::dac0ef35-3253-4399-969d-28493c7db7a7" providerId="AD" clId="Web-{601D1335-6F50-6DAD-92C4-9F1EA61D10EA}" dt="2026-10-08T18:37:20.841" v="1290" actId="14100"/>
          <ac:picMkLst>
            <pc:docMk/>
            <pc:sldMk cId="2642177106" sldId="271"/>
            <ac:picMk id="6" creationId="{16829F82-653D-B0E9-B88B-8766CA8A35A1}"/>
          </ac:picMkLst>
        </pc:picChg>
      </pc:sldChg>
      <pc:sldChg chg="addSp delSp modSp new">
        <pc:chgData name="Yee nwe wynn" userId="S::yeenwewynn.y@kkumail.com::dac0ef35-3253-4399-969d-28493c7db7a7" providerId="AD" clId="Web-{601D1335-6F50-6DAD-92C4-9F1EA61D10EA}" dt="2026-10-08T18:40:34.871" v="1308" actId="20577"/>
        <pc:sldMkLst>
          <pc:docMk/>
          <pc:sldMk cId="713607289" sldId="272"/>
        </pc:sldMkLst>
        <pc:spChg chg="mod">
          <ac:chgData name="Yee nwe wynn" userId="S::yeenwewynn.y@kkumail.com::dac0ef35-3253-4399-969d-28493c7db7a7" providerId="AD" clId="Web-{601D1335-6F50-6DAD-92C4-9F1EA61D10EA}" dt="2026-10-08T18:35:43.819" v="1273" actId="20577"/>
          <ac:spMkLst>
            <pc:docMk/>
            <pc:sldMk cId="713607289" sldId="272"/>
            <ac:spMk id="2" creationId="{B00D044C-769E-1BCD-846A-568672BFBB68}"/>
          </ac:spMkLst>
        </pc:spChg>
        <pc:spChg chg="del">
          <ac:chgData name="Yee nwe wynn" userId="S::yeenwewynn.y@kkumail.com::dac0ef35-3253-4399-969d-28493c7db7a7" providerId="AD" clId="Web-{601D1335-6F50-6DAD-92C4-9F1EA61D10EA}" dt="2026-10-08T18:34:07.859" v="1267"/>
          <ac:spMkLst>
            <pc:docMk/>
            <pc:sldMk cId="713607289" sldId="272"/>
            <ac:spMk id="3" creationId="{2DCA0318-207C-7A07-D100-77D9F665F5B7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8:40:34.871" v="1308" actId="20577"/>
          <ac:spMkLst>
            <pc:docMk/>
            <pc:sldMk cId="713607289" sldId="272"/>
            <ac:spMk id="5" creationId="{F0CBCF40-19D7-C659-8D40-11AD4A79D973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8:39:55.446" v="1301"/>
          <ac:spMkLst>
            <pc:docMk/>
            <pc:sldMk cId="713607289" sldId="272"/>
            <ac:spMk id="7" creationId="{D0AA0BC9-632C-3480-22D2-53C537585E62}"/>
          </ac:spMkLst>
        </pc:spChg>
        <pc:picChg chg="add del mod ord">
          <ac:chgData name="Yee nwe wynn" userId="S::yeenwewynn.y@kkumail.com::dac0ef35-3253-4399-969d-28493c7db7a7" providerId="AD" clId="Web-{601D1335-6F50-6DAD-92C4-9F1EA61D10EA}" dt="2026-10-08T18:39:41.445" v="1299"/>
          <ac:picMkLst>
            <pc:docMk/>
            <pc:sldMk cId="713607289" sldId="272"/>
            <ac:picMk id="4" creationId="{2105B3F8-1D9D-9297-D5EC-E265145A9F31}"/>
          </ac:picMkLst>
        </pc:picChg>
        <pc:picChg chg="add mod ord">
          <ac:chgData name="Yee nwe wynn" userId="S::yeenwewynn.y@kkumail.com::dac0ef35-3253-4399-969d-28493c7db7a7" providerId="AD" clId="Web-{601D1335-6F50-6DAD-92C4-9F1EA61D10EA}" dt="2026-10-08T18:40:11.150" v="1303" actId="14100"/>
          <ac:picMkLst>
            <pc:docMk/>
            <pc:sldMk cId="713607289" sldId="272"/>
            <ac:picMk id="8" creationId="{F7CF4781-358D-4DBD-47E3-899339F1E9C8}"/>
          </ac:picMkLst>
        </pc:picChg>
      </pc:sldChg>
      <pc:sldChg chg="modSp new del">
        <pc:chgData name="Yee nwe wynn" userId="S::yeenwewynn.y@kkumail.com::dac0ef35-3253-4399-969d-28493c7db7a7" providerId="AD" clId="Web-{601D1335-6F50-6DAD-92C4-9F1EA61D10EA}" dt="2026-10-08T18:36:28.603" v="1283"/>
        <pc:sldMkLst>
          <pc:docMk/>
          <pc:sldMk cId="193153870" sldId="273"/>
        </pc:sldMkLst>
        <pc:spChg chg="mod">
          <ac:chgData name="Yee nwe wynn" userId="S::yeenwewynn.y@kkumail.com::dac0ef35-3253-4399-969d-28493c7db7a7" providerId="AD" clId="Web-{601D1335-6F50-6DAD-92C4-9F1EA61D10EA}" dt="2026-10-08T18:35:13.958" v="1272" actId="20577"/>
          <ac:spMkLst>
            <pc:docMk/>
            <pc:sldMk cId="193153870" sldId="273"/>
            <ac:spMk id="2" creationId="{1DACE33D-1719-E1DE-E7F2-518FB79A75F9}"/>
          </ac:spMkLst>
        </pc:spChg>
      </pc:sldChg>
      <pc:sldChg chg="addSp delSp modSp new">
        <pc:chgData name="Yee nwe wynn" userId="S::yeenwewynn.y@kkumail.com::dac0ef35-3253-4399-969d-28493c7db7a7" providerId="AD" clId="Web-{601D1335-6F50-6DAD-92C4-9F1EA61D10EA}" dt="2026-10-08T18:41:20.483" v="1321" actId="1076"/>
        <pc:sldMkLst>
          <pc:docMk/>
          <pc:sldMk cId="1020565565" sldId="274"/>
        </pc:sldMkLst>
        <pc:spChg chg="mod">
          <ac:chgData name="Yee nwe wynn" userId="S::yeenwewynn.y@kkumail.com::dac0ef35-3253-4399-969d-28493c7db7a7" providerId="AD" clId="Web-{601D1335-6F50-6DAD-92C4-9F1EA61D10EA}" dt="2026-10-08T18:35:58.492" v="1277" actId="20577"/>
          <ac:spMkLst>
            <pc:docMk/>
            <pc:sldMk cId="1020565565" sldId="274"/>
            <ac:spMk id="2" creationId="{A1A243F7-9EC4-92DF-2D17-EC97F551B72C}"/>
          </ac:spMkLst>
        </pc:spChg>
        <pc:spChg chg="del">
          <ac:chgData name="Yee nwe wynn" userId="S::yeenwewynn.y@kkumail.com::dac0ef35-3253-4399-969d-28493c7db7a7" providerId="AD" clId="Web-{601D1335-6F50-6DAD-92C4-9F1EA61D10EA}" dt="2026-10-08T18:36:10.477" v="1278"/>
          <ac:spMkLst>
            <pc:docMk/>
            <pc:sldMk cId="1020565565" sldId="274"/>
            <ac:spMk id="3" creationId="{FA2EABB5-156C-29BC-9813-451F58F77D9C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8:41:11.951" v="1320" actId="1076"/>
          <ac:spMkLst>
            <pc:docMk/>
            <pc:sldMk cId="1020565565" sldId="274"/>
            <ac:spMk id="5" creationId="{6AE2118D-C784-AC87-E2CB-68A33781A87B}"/>
          </ac:spMkLst>
        </pc:spChg>
        <pc:picChg chg="add mod ord">
          <ac:chgData name="Yee nwe wynn" userId="S::yeenwewynn.y@kkumail.com::dac0ef35-3253-4399-969d-28493c7db7a7" providerId="AD" clId="Web-{601D1335-6F50-6DAD-92C4-9F1EA61D10EA}" dt="2026-10-08T18:41:20.483" v="1321" actId="1076"/>
          <ac:picMkLst>
            <pc:docMk/>
            <pc:sldMk cId="1020565565" sldId="274"/>
            <ac:picMk id="4" creationId="{4408752A-DED9-C743-5618-0B97EDAD7497}"/>
          </ac:picMkLst>
        </pc:picChg>
      </pc:sldChg>
      <pc:sldChg chg="new del">
        <pc:chgData name="Yee nwe wynn" userId="S::yeenwewynn.y@kkumail.com::dac0ef35-3253-4399-969d-28493c7db7a7" providerId="AD" clId="Web-{601D1335-6F50-6DAD-92C4-9F1EA61D10EA}" dt="2026-10-08T18:42:00.986" v="1323"/>
        <pc:sldMkLst>
          <pc:docMk/>
          <pc:sldMk cId="1793678208" sldId="275"/>
        </pc:sldMkLst>
      </pc:sldChg>
      <pc:sldChg chg="modSp new">
        <pc:chgData name="Yee nwe wynn" userId="S::yeenwewynn.y@kkumail.com::dac0ef35-3253-4399-969d-28493c7db7a7" providerId="AD" clId="Web-{601D1335-6F50-6DAD-92C4-9F1EA61D10EA}" dt="2026-10-08T18:55:52.496" v="1449" actId="20577"/>
        <pc:sldMkLst>
          <pc:docMk/>
          <pc:sldMk cId="2566912913" sldId="275"/>
        </pc:sldMkLst>
        <pc:spChg chg="mod">
          <ac:chgData name="Yee nwe wynn" userId="S::yeenwewynn.y@kkumail.com::dac0ef35-3253-4399-969d-28493c7db7a7" providerId="AD" clId="Web-{601D1335-6F50-6DAD-92C4-9F1EA61D10EA}" dt="2026-10-08T18:42:18.034" v="1325" actId="20577"/>
          <ac:spMkLst>
            <pc:docMk/>
            <pc:sldMk cId="2566912913" sldId="275"/>
            <ac:spMk id="2" creationId="{7CBDF983-7248-FECA-A152-43B5C955EA16}"/>
          </ac:spMkLst>
        </pc:spChg>
        <pc:spChg chg="mod">
          <ac:chgData name="Yee nwe wynn" userId="S::yeenwewynn.y@kkumail.com::dac0ef35-3253-4399-969d-28493c7db7a7" providerId="AD" clId="Web-{601D1335-6F50-6DAD-92C4-9F1EA61D10EA}" dt="2026-10-08T18:55:52.496" v="1449" actId="20577"/>
          <ac:spMkLst>
            <pc:docMk/>
            <pc:sldMk cId="2566912913" sldId="275"/>
            <ac:spMk id="3" creationId="{A71027BA-F1CD-C48C-D989-32660F1117EF}"/>
          </ac:spMkLst>
        </pc:spChg>
      </pc:sldChg>
      <pc:sldChg chg="modSp new">
        <pc:chgData name="Yee nwe wynn" userId="S::yeenwewynn.y@kkumail.com::dac0ef35-3253-4399-969d-28493c7db7a7" providerId="AD" clId="Web-{601D1335-6F50-6DAD-92C4-9F1EA61D10EA}" dt="2026-10-08T18:56:05.091" v="1451" actId="20577"/>
        <pc:sldMkLst>
          <pc:docMk/>
          <pc:sldMk cId="855969377" sldId="276"/>
        </pc:sldMkLst>
        <pc:spChg chg="mod">
          <ac:chgData name="Yee nwe wynn" userId="S::yeenwewynn.y@kkumail.com::dac0ef35-3253-4399-969d-28493c7db7a7" providerId="AD" clId="Web-{601D1335-6F50-6DAD-92C4-9F1EA61D10EA}" dt="2026-10-08T18:46:14.847" v="1361" actId="14100"/>
          <ac:spMkLst>
            <pc:docMk/>
            <pc:sldMk cId="855969377" sldId="276"/>
            <ac:spMk id="2" creationId="{ABF9535E-E720-BAAA-0C76-7B19D13F312A}"/>
          </ac:spMkLst>
        </pc:spChg>
        <pc:spChg chg="mod">
          <ac:chgData name="Yee nwe wynn" userId="S::yeenwewynn.y@kkumail.com::dac0ef35-3253-4399-969d-28493c7db7a7" providerId="AD" clId="Web-{601D1335-6F50-6DAD-92C4-9F1EA61D10EA}" dt="2026-10-08T18:56:05.091" v="1451" actId="20577"/>
          <ac:spMkLst>
            <pc:docMk/>
            <pc:sldMk cId="855969377" sldId="276"/>
            <ac:spMk id="3" creationId="{E708489E-6764-FBAC-EAB7-0BD23A7FBCB0}"/>
          </ac:spMkLst>
        </pc:spChg>
      </pc:sldChg>
      <pc:sldChg chg="modSp new">
        <pc:chgData name="Yee nwe wynn" userId="S::yeenwewynn.y@kkumail.com::dac0ef35-3253-4399-969d-28493c7db7a7" providerId="AD" clId="Web-{601D1335-6F50-6DAD-92C4-9F1EA61D10EA}" dt="2026-10-08T18:49:05.859" v="1405" actId="14100"/>
        <pc:sldMkLst>
          <pc:docMk/>
          <pc:sldMk cId="3486829021" sldId="277"/>
        </pc:sldMkLst>
        <pc:spChg chg="mod">
          <ac:chgData name="Yee nwe wynn" userId="S::yeenwewynn.y@kkumail.com::dac0ef35-3253-4399-969d-28493c7db7a7" providerId="AD" clId="Web-{601D1335-6F50-6DAD-92C4-9F1EA61D10EA}" dt="2026-10-08T18:46:30.192" v="1363" actId="20577"/>
          <ac:spMkLst>
            <pc:docMk/>
            <pc:sldMk cId="3486829021" sldId="277"/>
            <ac:spMk id="2" creationId="{09EC3C3A-E134-B073-A0C6-4DECAE0B067D}"/>
          </ac:spMkLst>
        </pc:spChg>
        <pc:spChg chg="mod">
          <ac:chgData name="Yee nwe wynn" userId="S::yeenwewynn.y@kkumail.com::dac0ef35-3253-4399-969d-28493c7db7a7" providerId="AD" clId="Web-{601D1335-6F50-6DAD-92C4-9F1EA61D10EA}" dt="2026-10-08T18:49:05.859" v="1405" actId="14100"/>
          <ac:spMkLst>
            <pc:docMk/>
            <pc:sldMk cId="3486829021" sldId="277"/>
            <ac:spMk id="3" creationId="{EC328636-451E-933F-D5C6-F271A5E25D08}"/>
          </ac:spMkLst>
        </pc:spChg>
      </pc:sldChg>
      <pc:sldChg chg="addSp delSp modSp new">
        <pc:chgData name="Yee nwe wynn" userId="S::yeenwewynn.y@kkumail.com::dac0ef35-3253-4399-969d-28493c7db7a7" providerId="AD" clId="Web-{601D1335-6F50-6DAD-92C4-9F1EA61D10EA}" dt="2026-10-08T18:51:51.011" v="1431" actId="20577"/>
        <pc:sldMkLst>
          <pc:docMk/>
          <pc:sldMk cId="2285190232" sldId="278"/>
        </pc:sldMkLst>
        <pc:spChg chg="del mod">
          <ac:chgData name="Yee nwe wynn" userId="S::yeenwewynn.y@kkumail.com::dac0ef35-3253-4399-969d-28493c7db7a7" providerId="AD" clId="Web-{601D1335-6F50-6DAD-92C4-9F1EA61D10EA}" dt="2026-10-08T18:50:14.848" v="1408"/>
          <ac:spMkLst>
            <pc:docMk/>
            <pc:sldMk cId="2285190232" sldId="278"/>
            <ac:spMk id="2" creationId="{DE2825E2-19BB-EED2-D965-1E4A3A529941}"/>
          </ac:spMkLst>
        </pc:spChg>
        <pc:spChg chg="del mod">
          <ac:chgData name="Yee nwe wynn" userId="S::yeenwewynn.y@kkumail.com::dac0ef35-3253-4399-969d-28493c7db7a7" providerId="AD" clId="Web-{601D1335-6F50-6DAD-92C4-9F1EA61D10EA}" dt="2026-10-08T18:50:24.802" v="1411"/>
          <ac:spMkLst>
            <pc:docMk/>
            <pc:sldMk cId="2285190232" sldId="278"/>
            <ac:spMk id="3" creationId="{079A2C1F-1D9B-DA39-36EE-AB46AC50A000}"/>
          </ac:spMkLst>
        </pc:spChg>
        <pc:spChg chg="add mod">
          <ac:chgData name="Yee nwe wynn" userId="S::yeenwewynn.y@kkumail.com::dac0ef35-3253-4399-969d-28493c7db7a7" providerId="AD" clId="Web-{601D1335-6F50-6DAD-92C4-9F1EA61D10EA}" dt="2026-10-08T18:51:51.011" v="1431" actId="20577"/>
          <ac:spMkLst>
            <pc:docMk/>
            <pc:sldMk cId="2285190232" sldId="278"/>
            <ac:spMk id="5" creationId="{8ECA0F56-7E77-EFBD-CF00-FA9DF1E15EF5}"/>
          </ac:spMkLst>
        </pc:spChg>
        <pc:spChg chg="add del mod">
          <ac:chgData name="Yee nwe wynn" userId="S::yeenwewynn.y@kkumail.com::dac0ef35-3253-4399-969d-28493c7db7a7" providerId="AD" clId="Web-{601D1335-6F50-6DAD-92C4-9F1EA61D10EA}" dt="2026-10-08T18:51:30.103" v="1427"/>
          <ac:spMkLst>
            <pc:docMk/>
            <pc:sldMk cId="2285190232" sldId="278"/>
            <ac:spMk id="6" creationId="{A803E274-296A-A1B1-33D5-4173932A442B}"/>
          </ac:spMkLst>
        </pc:spChg>
      </pc:sldChg>
    </pc:docChg>
  </pc:docChgLst>
  <pc:docChgLst>
    <pc:chgData name="Yee nwe wynn" userId="S::yeenwewynn.y@kkumail.com::dac0ef35-3253-4399-969d-28493c7db7a7" providerId="AD" clId="Web-{7E8BD28A-7EFA-2D44-DB1E-652EB393BAA7}"/>
    <pc:docChg chg="modSld">
      <pc:chgData name="Yee nwe wynn" userId="S::yeenwewynn.y@kkumail.com::dac0ef35-3253-4399-969d-28493c7db7a7" providerId="AD" clId="Web-{7E8BD28A-7EFA-2D44-DB1E-652EB393BAA7}" dt="2026-10-09T13:47:21.377" v="21" actId="20577"/>
      <pc:docMkLst>
        <pc:docMk/>
      </pc:docMkLst>
      <pc:sldChg chg="modSp">
        <pc:chgData name="Yee nwe wynn" userId="S::yeenwewynn.y@kkumail.com::dac0ef35-3253-4399-969d-28493c7db7a7" providerId="AD" clId="Web-{7E8BD28A-7EFA-2D44-DB1E-652EB393BAA7}" dt="2026-10-09T06:50:34.350" v="0" actId="1076"/>
        <pc:sldMkLst>
          <pc:docMk/>
          <pc:sldMk cId="1764763394" sldId="266"/>
        </pc:sldMkLst>
        <pc:spChg chg="mod">
          <ac:chgData name="Yee nwe wynn" userId="S::yeenwewynn.y@kkumail.com::dac0ef35-3253-4399-969d-28493c7db7a7" providerId="AD" clId="Web-{7E8BD28A-7EFA-2D44-DB1E-652EB393BAA7}" dt="2026-10-09T06:50:34.350" v="0" actId="1076"/>
          <ac:spMkLst>
            <pc:docMk/>
            <pc:sldMk cId="1764763394" sldId="266"/>
            <ac:spMk id="6" creationId="{EDA673E6-1170-BC51-AAEB-D13C689DEB3B}"/>
          </ac:spMkLst>
        </pc:spChg>
      </pc:sldChg>
      <pc:sldChg chg="modSp">
        <pc:chgData name="Yee nwe wynn" userId="S::yeenwewynn.y@kkumail.com::dac0ef35-3253-4399-969d-28493c7db7a7" providerId="AD" clId="Web-{7E8BD28A-7EFA-2D44-DB1E-652EB393BAA7}" dt="2026-10-09T13:47:21.377" v="21" actId="20577"/>
        <pc:sldMkLst>
          <pc:docMk/>
          <pc:sldMk cId="2566912913" sldId="275"/>
        </pc:sldMkLst>
        <pc:spChg chg="mod">
          <ac:chgData name="Yee nwe wynn" userId="S::yeenwewynn.y@kkumail.com::dac0ef35-3253-4399-969d-28493c7db7a7" providerId="AD" clId="Web-{7E8BD28A-7EFA-2D44-DB1E-652EB393BAA7}" dt="2026-10-09T13:47:21.377" v="21" actId="20577"/>
          <ac:spMkLst>
            <pc:docMk/>
            <pc:sldMk cId="2566912913" sldId="275"/>
            <ac:spMk id="3" creationId="{A71027BA-F1CD-C48C-D989-32660F1117EF}"/>
          </ac:spMkLst>
        </pc:spChg>
      </pc:sldChg>
      <pc:sldChg chg="modSp">
        <pc:chgData name="Yee nwe wynn" userId="S::yeenwewynn.y@kkumail.com::dac0ef35-3253-4399-969d-28493c7db7a7" providerId="AD" clId="Web-{7E8BD28A-7EFA-2D44-DB1E-652EB393BAA7}" dt="2026-10-09T13:46:28.735" v="19" actId="20577"/>
        <pc:sldMkLst>
          <pc:docMk/>
          <pc:sldMk cId="855969377" sldId="276"/>
        </pc:sldMkLst>
        <pc:spChg chg="mod">
          <ac:chgData name="Yee nwe wynn" userId="S::yeenwewynn.y@kkumail.com::dac0ef35-3253-4399-969d-28493c7db7a7" providerId="AD" clId="Web-{7E8BD28A-7EFA-2D44-DB1E-652EB393BAA7}" dt="2026-10-09T13:44:36.122" v="17" actId="20577"/>
          <ac:spMkLst>
            <pc:docMk/>
            <pc:sldMk cId="855969377" sldId="276"/>
            <ac:spMk id="2" creationId="{ABF9535E-E720-BAAA-0C76-7B19D13F312A}"/>
          </ac:spMkLst>
        </pc:spChg>
        <pc:spChg chg="mod">
          <ac:chgData name="Yee nwe wynn" userId="S::yeenwewynn.y@kkumail.com::dac0ef35-3253-4399-969d-28493c7db7a7" providerId="AD" clId="Web-{7E8BD28A-7EFA-2D44-DB1E-652EB393BAA7}" dt="2026-10-09T13:46:28.735" v="19" actId="20577"/>
          <ac:spMkLst>
            <pc:docMk/>
            <pc:sldMk cId="855969377" sldId="276"/>
            <ac:spMk id="3" creationId="{E708489E-6764-FBAC-EAB7-0BD23A7FBCB0}"/>
          </ac:spMkLst>
        </pc:spChg>
      </pc:sldChg>
    </pc:docChg>
  </pc:docChgLst>
  <pc:docChgLst>
    <pc:chgData name="Yee nwe wynn" userId="S::yeenwewynn.y@kkumail.com::dac0ef35-3253-4399-969d-28493c7db7a7" providerId="AD" clId="Web-{51718560-8B29-B3BE-64BD-A1941A9F763B}"/>
    <pc:docChg chg="modSld">
      <pc:chgData name="Yee nwe wynn" userId="S::yeenwewynn.y@kkumail.com::dac0ef35-3253-4399-969d-28493c7db7a7" providerId="AD" clId="Web-{51718560-8B29-B3BE-64BD-A1941A9F763B}" dt="2026-10-09T06:13:58.701" v="62" actId="14100"/>
      <pc:docMkLst>
        <pc:docMk/>
      </pc:docMkLst>
      <pc:sldChg chg="modSp">
        <pc:chgData name="Yee nwe wynn" userId="S::yeenwewynn.y@kkumail.com::dac0ef35-3253-4399-969d-28493c7db7a7" providerId="AD" clId="Web-{51718560-8B29-B3BE-64BD-A1941A9F763B}" dt="2026-10-09T06:06:39.110" v="1" actId="20577"/>
        <pc:sldMkLst>
          <pc:docMk/>
          <pc:sldMk cId="1050618419" sldId="258"/>
        </pc:sldMkLst>
        <pc:spChg chg="mod">
          <ac:chgData name="Yee nwe wynn" userId="S::yeenwewynn.y@kkumail.com::dac0ef35-3253-4399-969d-28493c7db7a7" providerId="AD" clId="Web-{51718560-8B29-B3BE-64BD-A1941A9F763B}" dt="2026-10-09T06:06:39.110" v="1" actId="20577"/>
          <ac:spMkLst>
            <pc:docMk/>
            <pc:sldMk cId="1050618419" sldId="258"/>
            <ac:spMk id="2" creationId="{DA0A180C-F6C5-5FB0-D5DD-A11BB106C38F}"/>
          </ac:spMkLst>
        </pc:spChg>
      </pc:sldChg>
      <pc:sldChg chg="modSp">
        <pc:chgData name="Yee nwe wynn" userId="S::yeenwewynn.y@kkumail.com::dac0ef35-3253-4399-969d-28493c7db7a7" providerId="AD" clId="Web-{51718560-8B29-B3BE-64BD-A1941A9F763B}" dt="2026-10-09T06:06:44.735" v="2" actId="20577"/>
        <pc:sldMkLst>
          <pc:docMk/>
          <pc:sldMk cId="3064155325" sldId="259"/>
        </pc:sldMkLst>
        <pc:spChg chg="mod">
          <ac:chgData name="Yee nwe wynn" userId="S::yeenwewynn.y@kkumail.com::dac0ef35-3253-4399-969d-28493c7db7a7" providerId="AD" clId="Web-{51718560-8B29-B3BE-64BD-A1941A9F763B}" dt="2026-10-09T06:06:44.735" v="2" actId="20577"/>
          <ac:spMkLst>
            <pc:docMk/>
            <pc:sldMk cId="3064155325" sldId="259"/>
            <ac:spMk id="2" creationId="{52A51836-3EF1-CBB6-88CA-CA217356A337}"/>
          </ac:spMkLst>
        </pc:spChg>
      </pc:sldChg>
      <pc:sldChg chg="modSp">
        <pc:chgData name="Yee nwe wynn" userId="S::yeenwewynn.y@kkumail.com::dac0ef35-3253-4399-969d-28493c7db7a7" providerId="AD" clId="Web-{51718560-8B29-B3BE-64BD-A1941A9F763B}" dt="2026-10-09T06:13:16.213" v="59" actId="20577"/>
        <pc:sldMkLst>
          <pc:docMk/>
          <pc:sldMk cId="2205901909" sldId="260"/>
        </pc:sldMkLst>
        <pc:spChg chg="mod">
          <ac:chgData name="Yee nwe wynn" userId="S::yeenwewynn.y@kkumail.com::dac0ef35-3253-4399-969d-28493c7db7a7" providerId="AD" clId="Web-{51718560-8B29-B3BE-64BD-A1941A9F763B}" dt="2026-10-09T06:08:04.835" v="12" actId="20577"/>
          <ac:spMkLst>
            <pc:docMk/>
            <pc:sldMk cId="2205901909" sldId="260"/>
            <ac:spMk id="2" creationId="{E67C0318-318D-9373-F993-960851803CD5}"/>
          </ac:spMkLst>
        </pc:spChg>
        <pc:spChg chg="mod">
          <ac:chgData name="Yee nwe wynn" userId="S::yeenwewynn.y@kkumail.com::dac0ef35-3253-4399-969d-28493c7db7a7" providerId="AD" clId="Web-{51718560-8B29-B3BE-64BD-A1941A9F763B}" dt="2026-10-09T06:13:16.213" v="59" actId="20577"/>
          <ac:spMkLst>
            <pc:docMk/>
            <pc:sldMk cId="2205901909" sldId="260"/>
            <ac:spMk id="3" creationId="{8A815CDA-9216-E381-31FC-D0FAAD4BCECC}"/>
          </ac:spMkLst>
        </pc:spChg>
      </pc:sldChg>
      <pc:sldChg chg="modSp">
        <pc:chgData name="Yee nwe wynn" userId="S::yeenwewynn.y@kkumail.com::dac0ef35-3253-4399-969d-28493c7db7a7" providerId="AD" clId="Web-{51718560-8B29-B3BE-64BD-A1941A9F763B}" dt="2026-10-09T06:07:48.927" v="10" actId="20577"/>
        <pc:sldMkLst>
          <pc:docMk/>
          <pc:sldMk cId="2979632425" sldId="262"/>
        </pc:sldMkLst>
        <pc:spChg chg="mod">
          <ac:chgData name="Yee nwe wynn" userId="S::yeenwewynn.y@kkumail.com::dac0ef35-3253-4399-969d-28493c7db7a7" providerId="AD" clId="Web-{51718560-8B29-B3BE-64BD-A1941A9F763B}" dt="2026-10-09T06:07:48.927" v="10" actId="20577"/>
          <ac:spMkLst>
            <pc:docMk/>
            <pc:sldMk cId="2979632425" sldId="262"/>
            <ac:spMk id="2" creationId="{2622DF03-DE9C-BA0B-D4C4-A64CB2B8E5C1}"/>
          </ac:spMkLst>
        </pc:spChg>
      </pc:sldChg>
      <pc:sldChg chg="modSp">
        <pc:chgData name="Yee nwe wynn" userId="S::yeenwewynn.y@kkumail.com::dac0ef35-3253-4399-969d-28493c7db7a7" providerId="AD" clId="Web-{51718560-8B29-B3BE-64BD-A1941A9F763B}" dt="2026-10-09T06:07:11.034" v="6" actId="20577"/>
        <pc:sldMkLst>
          <pc:docMk/>
          <pc:sldMk cId="2026785860" sldId="263"/>
        </pc:sldMkLst>
        <pc:spChg chg="mod">
          <ac:chgData name="Yee nwe wynn" userId="S::yeenwewynn.y@kkumail.com::dac0ef35-3253-4399-969d-28493c7db7a7" providerId="AD" clId="Web-{51718560-8B29-B3BE-64BD-A1941A9F763B}" dt="2026-10-09T06:07:11.034" v="6" actId="20577"/>
          <ac:spMkLst>
            <pc:docMk/>
            <pc:sldMk cId="2026785860" sldId="263"/>
            <ac:spMk id="2" creationId="{53BBB000-9F08-827B-A633-1A9181BC89CC}"/>
          </ac:spMkLst>
        </pc:spChg>
      </pc:sldChg>
      <pc:sldChg chg="modSp">
        <pc:chgData name="Yee nwe wynn" userId="S::yeenwewynn.y@kkumail.com::dac0ef35-3253-4399-969d-28493c7db7a7" providerId="AD" clId="Web-{51718560-8B29-B3BE-64BD-A1941A9F763B}" dt="2026-10-09T06:07:58.662" v="11" actId="20577"/>
        <pc:sldMkLst>
          <pc:docMk/>
          <pc:sldMk cId="4124213520" sldId="264"/>
        </pc:sldMkLst>
        <pc:spChg chg="mod">
          <ac:chgData name="Yee nwe wynn" userId="S::yeenwewynn.y@kkumail.com::dac0ef35-3253-4399-969d-28493c7db7a7" providerId="AD" clId="Web-{51718560-8B29-B3BE-64BD-A1941A9F763B}" dt="2026-10-09T06:07:58.662" v="11" actId="20577"/>
          <ac:spMkLst>
            <pc:docMk/>
            <pc:sldMk cId="4124213520" sldId="264"/>
            <ac:spMk id="2" creationId="{1AD4E211-DE4A-2D9F-D5FF-1BBA4DAC0737}"/>
          </ac:spMkLst>
        </pc:spChg>
      </pc:sldChg>
      <pc:sldChg chg="modSp">
        <pc:chgData name="Yee nwe wynn" userId="S::yeenwewynn.y@kkumail.com::dac0ef35-3253-4399-969d-28493c7db7a7" providerId="AD" clId="Web-{51718560-8B29-B3BE-64BD-A1941A9F763B}" dt="2026-10-09T06:06:53.579" v="3" actId="20577"/>
        <pc:sldMkLst>
          <pc:docMk/>
          <pc:sldMk cId="4232249939" sldId="265"/>
        </pc:sldMkLst>
        <pc:spChg chg="mod">
          <ac:chgData name="Yee nwe wynn" userId="S::yeenwewynn.y@kkumail.com::dac0ef35-3253-4399-969d-28493c7db7a7" providerId="AD" clId="Web-{51718560-8B29-B3BE-64BD-A1941A9F763B}" dt="2026-10-09T06:06:53.579" v="3" actId="20577"/>
          <ac:spMkLst>
            <pc:docMk/>
            <pc:sldMk cId="4232249939" sldId="265"/>
            <ac:spMk id="2" creationId="{AF5DDC4E-CDF4-63B8-552A-31B7630261FE}"/>
          </ac:spMkLst>
        </pc:spChg>
      </pc:sldChg>
      <pc:sldChg chg="modSp">
        <pc:chgData name="Yee nwe wynn" userId="S::yeenwewynn.y@kkumail.com::dac0ef35-3253-4399-969d-28493c7db7a7" providerId="AD" clId="Web-{51718560-8B29-B3BE-64BD-A1941A9F763B}" dt="2026-10-09T06:06:57.455" v="4" actId="20577"/>
        <pc:sldMkLst>
          <pc:docMk/>
          <pc:sldMk cId="1764763394" sldId="266"/>
        </pc:sldMkLst>
        <pc:spChg chg="mod">
          <ac:chgData name="Yee nwe wynn" userId="S::yeenwewynn.y@kkumail.com::dac0ef35-3253-4399-969d-28493c7db7a7" providerId="AD" clId="Web-{51718560-8B29-B3BE-64BD-A1941A9F763B}" dt="2026-10-09T06:06:57.455" v="4" actId="20577"/>
          <ac:spMkLst>
            <pc:docMk/>
            <pc:sldMk cId="1764763394" sldId="266"/>
            <ac:spMk id="2" creationId="{07907C00-812A-FD2B-8F8A-E3CCA7ED1397}"/>
          </ac:spMkLst>
        </pc:spChg>
      </pc:sldChg>
      <pc:sldChg chg="modSp">
        <pc:chgData name="Yee nwe wynn" userId="S::yeenwewynn.y@kkumail.com::dac0ef35-3253-4399-969d-28493c7db7a7" providerId="AD" clId="Web-{51718560-8B29-B3BE-64BD-A1941A9F763B}" dt="2026-10-09T06:07:04.471" v="5" actId="20577"/>
        <pc:sldMkLst>
          <pc:docMk/>
          <pc:sldMk cId="3161433496" sldId="267"/>
        </pc:sldMkLst>
        <pc:spChg chg="mod">
          <ac:chgData name="Yee nwe wynn" userId="S::yeenwewynn.y@kkumail.com::dac0ef35-3253-4399-969d-28493c7db7a7" providerId="AD" clId="Web-{51718560-8B29-B3BE-64BD-A1941A9F763B}" dt="2026-10-09T06:07:04.471" v="5" actId="20577"/>
          <ac:spMkLst>
            <pc:docMk/>
            <pc:sldMk cId="3161433496" sldId="267"/>
            <ac:spMk id="2" creationId="{49884922-0B92-CBD2-614C-005BDC439ACA}"/>
          </ac:spMkLst>
        </pc:spChg>
      </pc:sldChg>
      <pc:sldChg chg="modSp">
        <pc:chgData name="Yee nwe wynn" userId="S::yeenwewynn.y@kkumail.com::dac0ef35-3253-4399-969d-28493c7db7a7" providerId="AD" clId="Web-{51718560-8B29-B3BE-64BD-A1941A9F763B}" dt="2026-10-09T06:07:36.270" v="9" actId="14100"/>
        <pc:sldMkLst>
          <pc:docMk/>
          <pc:sldMk cId="1020565565" sldId="274"/>
        </pc:sldMkLst>
        <pc:spChg chg="mod">
          <ac:chgData name="Yee nwe wynn" userId="S::yeenwewynn.y@kkumail.com::dac0ef35-3253-4399-969d-28493c7db7a7" providerId="AD" clId="Web-{51718560-8B29-B3BE-64BD-A1941A9F763B}" dt="2026-10-09T06:07:36.270" v="9" actId="14100"/>
          <ac:spMkLst>
            <pc:docMk/>
            <pc:sldMk cId="1020565565" sldId="274"/>
            <ac:spMk id="2" creationId="{A1A243F7-9EC4-92DF-2D17-EC97F551B72C}"/>
          </ac:spMkLst>
        </pc:spChg>
      </pc:sldChg>
      <pc:sldChg chg="modSp">
        <pc:chgData name="Yee nwe wynn" userId="S::yeenwewynn.y@kkumail.com::dac0ef35-3253-4399-969d-28493c7db7a7" providerId="AD" clId="Web-{51718560-8B29-B3BE-64BD-A1941A9F763B}" dt="2026-10-09T06:13:58.701" v="62" actId="14100"/>
        <pc:sldMkLst>
          <pc:docMk/>
          <pc:sldMk cId="2566912913" sldId="275"/>
        </pc:sldMkLst>
        <pc:spChg chg="mod">
          <ac:chgData name="Yee nwe wynn" userId="S::yeenwewynn.y@kkumail.com::dac0ef35-3253-4399-969d-28493c7db7a7" providerId="AD" clId="Web-{51718560-8B29-B3BE-64BD-A1941A9F763B}" dt="2026-10-09T06:13:58.701" v="62" actId="14100"/>
          <ac:spMkLst>
            <pc:docMk/>
            <pc:sldMk cId="2566912913" sldId="275"/>
            <ac:spMk id="2" creationId="{7CBDF983-7248-FECA-A152-43B5C955EA16}"/>
          </ac:spMkLst>
        </pc:spChg>
      </pc:sldChg>
      <pc:sldChg chg="modSp">
        <pc:chgData name="Yee nwe wynn" userId="S::yeenwewynn.y@kkumail.com::dac0ef35-3253-4399-969d-28493c7db7a7" providerId="AD" clId="Web-{51718560-8B29-B3BE-64BD-A1941A9F763B}" dt="2026-10-09T06:13:49.575" v="61" actId="14100"/>
        <pc:sldMkLst>
          <pc:docMk/>
          <pc:sldMk cId="3486829021" sldId="277"/>
        </pc:sldMkLst>
        <pc:spChg chg="mod">
          <ac:chgData name="Yee nwe wynn" userId="S::yeenwewynn.y@kkumail.com::dac0ef35-3253-4399-969d-28493c7db7a7" providerId="AD" clId="Web-{51718560-8B29-B3BE-64BD-A1941A9F763B}" dt="2026-10-09T06:13:49.575" v="61" actId="14100"/>
          <ac:spMkLst>
            <pc:docMk/>
            <pc:sldMk cId="3486829021" sldId="277"/>
            <ac:spMk id="2" creationId="{09EC3C3A-E134-B073-A0C6-4DECAE0B067D}"/>
          </ac:spMkLst>
        </pc:spChg>
        <pc:spChg chg="mod">
          <ac:chgData name="Yee nwe wynn" userId="S::yeenwewynn.y@kkumail.com::dac0ef35-3253-4399-969d-28493c7db7a7" providerId="AD" clId="Web-{51718560-8B29-B3BE-64BD-A1941A9F763B}" dt="2026-10-09T06:13:40.465" v="60" actId="20577"/>
          <ac:spMkLst>
            <pc:docMk/>
            <pc:sldMk cId="3486829021" sldId="277"/>
            <ac:spMk id="3" creationId="{EC328636-451E-933F-D5C6-F271A5E25D08}"/>
          </ac:spMkLst>
        </pc:spChg>
      </pc:sldChg>
      <pc:sldChg chg="addSp delSp modSp mod setBg setClrOvrMap">
        <pc:chgData name="Yee nwe wynn" userId="S::yeenwewynn.y@kkumail.com::dac0ef35-3253-4399-969d-28493c7db7a7" providerId="AD" clId="Web-{51718560-8B29-B3BE-64BD-A1941A9F763B}" dt="2026-10-09T06:12:14.788" v="57" actId="20577"/>
        <pc:sldMkLst>
          <pc:docMk/>
          <pc:sldMk cId="3680007855" sldId="279"/>
        </pc:sldMkLst>
        <pc:spChg chg="mod">
          <ac:chgData name="Yee nwe wynn" userId="S::yeenwewynn.y@kkumail.com::dac0ef35-3253-4399-969d-28493c7db7a7" providerId="AD" clId="Web-{51718560-8B29-B3BE-64BD-A1941A9F763B}" dt="2026-10-09T06:12:11.834" v="56" actId="20577"/>
          <ac:spMkLst>
            <pc:docMk/>
            <pc:sldMk cId="3680007855" sldId="279"/>
            <ac:spMk id="2" creationId="{4BC03D50-776F-1068-E47D-39EAAC0EA72C}"/>
          </ac:spMkLst>
        </pc:spChg>
        <pc:spChg chg="mod">
          <ac:chgData name="Yee nwe wynn" userId="S::yeenwewynn.y@kkumail.com::dac0ef35-3253-4399-969d-28493c7db7a7" providerId="AD" clId="Web-{51718560-8B29-B3BE-64BD-A1941A9F763B}" dt="2026-10-09T06:12:14.788" v="57" actId="20577"/>
          <ac:spMkLst>
            <pc:docMk/>
            <pc:sldMk cId="3680007855" sldId="279"/>
            <ac:spMk id="3" creationId="{D33C8E6C-C4D8-8445-4F0B-4A0FF9E36F9A}"/>
          </ac:spMkLst>
        </pc:spChg>
        <pc:spChg chg="mod">
          <ac:chgData name="Yee nwe wynn" userId="S::yeenwewynn.y@kkumail.com::dac0ef35-3253-4399-969d-28493c7db7a7" providerId="AD" clId="Web-{51718560-8B29-B3BE-64BD-A1941A9F763B}" dt="2026-10-09T06:12:08.115" v="53"/>
          <ac:spMkLst>
            <pc:docMk/>
            <pc:sldMk cId="3680007855" sldId="279"/>
            <ac:spMk id="4" creationId="{0D4CDF74-693E-0C10-DB4C-319C69C40A09}"/>
          </ac:spMkLst>
        </pc:spChg>
        <pc:spChg chg="add del">
          <ac:chgData name="Yee nwe wynn" userId="S::yeenwewynn.y@kkumail.com::dac0ef35-3253-4399-969d-28493c7db7a7" providerId="AD" clId="Web-{51718560-8B29-B3BE-64BD-A1941A9F763B}" dt="2026-10-09T06:11:59.412" v="47"/>
          <ac:spMkLst>
            <pc:docMk/>
            <pc:sldMk cId="3680007855" sldId="279"/>
            <ac:spMk id="9" creationId="{8045BF01-625E-4022-91E5-488DB3FCB734}"/>
          </ac:spMkLst>
        </pc:spChg>
        <pc:spChg chg="add del">
          <ac:chgData name="Yee nwe wynn" userId="S::yeenwewynn.y@kkumail.com::dac0ef35-3253-4399-969d-28493c7db7a7" providerId="AD" clId="Web-{51718560-8B29-B3BE-64BD-A1941A9F763B}" dt="2026-10-09T06:11:59.412" v="47"/>
          <ac:spMkLst>
            <pc:docMk/>
            <pc:sldMk cId="3680007855" sldId="279"/>
            <ac:spMk id="11" creationId="{0E442549-290E-4B7E-892E-F2DB911DD205}"/>
          </ac:spMkLst>
        </pc:spChg>
        <pc:spChg chg="add del">
          <ac:chgData name="Yee nwe wynn" userId="S::yeenwewynn.y@kkumail.com::dac0ef35-3253-4399-969d-28493c7db7a7" providerId="AD" clId="Web-{51718560-8B29-B3BE-64BD-A1941A9F763B}" dt="2026-10-09T06:12:02.318" v="49"/>
          <ac:spMkLst>
            <pc:docMk/>
            <pc:sldMk cId="3680007855" sldId="279"/>
            <ac:spMk id="13" creationId="{8CA06CD6-90CA-4C45-856C-6771339E1E22}"/>
          </ac:spMkLst>
        </pc:spChg>
        <pc:spChg chg="add del">
          <ac:chgData name="Yee nwe wynn" userId="S::yeenwewynn.y@kkumail.com::dac0ef35-3253-4399-969d-28493c7db7a7" providerId="AD" clId="Web-{51718560-8B29-B3BE-64BD-A1941A9F763B}" dt="2026-10-09T06:12:02.974" v="51"/>
          <ac:spMkLst>
            <pc:docMk/>
            <pc:sldMk cId="3680007855" sldId="279"/>
            <ac:spMk id="16" creationId="{19C052EA-05E2-403D-965E-52D1BFFA24DF}"/>
          </ac:spMkLst>
        </pc:spChg>
        <pc:spChg chg="add del">
          <ac:chgData name="Yee nwe wynn" userId="S::yeenwewynn.y@kkumail.com::dac0ef35-3253-4399-969d-28493c7db7a7" providerId="AD" clId="Web-{51718560-8B29-B3BE-64BD-A1941A9F763B}" dt="2026-10-09T06:12:02.974" v="51"/>
          <ac:spMkLst>
            <pc:docMk/>
            <pc:sldMk cId="3680007855" sldId="279"/>
            <ac:spMk id="17" creationId="{4C1936B8-2FFB-4F78-8388-B8C282B8A5BC}"/>
          </ac:spMkLst>
        </pc:spChg>
        <pc:spChg chg="add del">
          <ac:chgData name="Yee nwe wynn" userId="S::yeenwewynn.y@kkumail.com::dac0ef35-3253-4399-969d-28493c7db7a7" providerId="AD" clId="Web-{51718560-8B29-B3BE-64BD-A1941A9F763B}" dt="2026-10-09T06:12:08.115" v="53"/>
          <ac:spMkLst>
            <pc:docMk/>
            <pc:sldMk cId="3680007855" sldId="279"/>
            <ac:spMk id="19" creationId="{4C608BEB-860E-4094-8511-78603564A75E}"/>
          </ac:spMkLst>
        </pc:spChg>
        <pc:cxnChg chg="add del">
          <ac:chgData name="Yee nwe wynn" userId="S::yeenwewynn.y@kkumail.com::dac0ef35-3253-4399-969d-28493c7db7a7" providerId="AD" clId="Web-{51718560-8B29-B3BE-64BD-A1941A9F763B}" dt="2026-10-09T06:12:02.318" v="49"/>
          <ac:cxnSpMkLst>
            <pc:docMk/>
            <pc:sldMk cId="3680007855" sldId="279"/>
            <ac:cxnSpMk id="14" creationId="{5021601D-2758-4B15-A31C-FDA184C51B3A}"/>
          </ac:cxnSpMkLst>
        </pc:cxnChg>
        <pc:cxnChg chg="add del">
          <ac:chgData name="Yee nwe wynn" userId="S::yeenwewynn.y@kkumail.com::dac0ef35-3253-4399-969d-28493c7db7a7" providerId="AD" clId="Web-{51718560-8B29-B3BE-64BD-A1941A9F763B}" dt="2026-10-09T06:12:08.115" v="53"/>
          <ac:cxnSpMkLst>
            <pc:docMk/>
            <pc:sldMk cId="3680007855" sldId="279"/>
            <ac:cxnSpMk id="20" creationId="{1F16A8D4-FE87-4604-88B2-394B5D1EB437}"/>
          </ac:cxnSpMkLst>
        </pc:cxnChg>
      </pc:sldChg>
    </pc:docChg>
  </pc:docChgLst>
  <pc:docChgLst>
    <pc:chgData name="Yee nwe wynn" userId="S::yeenwewynn.y@kkumail.com::dac0ef35-3253-4399-969d-28493c7db7a7" providerId="AD" clId="Web-{7F194A2F-96CD-6578-997A-70977D94E75C}"/>
    <pc:docChg chg="addSld modSld">
      <pc:chgData name="Yee nwe wynn" userId="S::yeenwewynn.y@kkumail.com::dac0ef35-3253-4399-969d-28493c7db7a7" providerId="AD" clId="Web-{7F194A2F-96CD-6578-997A-70977D94E75C}" dt="2026-10-08T15:13:40.531" v="1008"/>
      <pc:docMkLst>
        <pc:docMk/>
      </pc:docMkLst>
      <pc:sldChg chg="addSp modSp">
        <pc:chgData name="Yee nwe wynn" userId="S::yeenwewynn.y@kkumail.com::dac0ef35-3253-4399-969d-28493c7db7a7" providerId="AD" clId="Web-{7F194A2F-96CD-6578-997A-70977D94E75C}" dt="2026-10-08T14:23:16.848" v="493" actId="20577"/>
        <pc:sldMkLst>
          <pc:docMk/>
          <pc:sldMk cId="109857222" sldId="256"/>
        </pc:sldMkLst>
        <pc:spChg chg="mod">
          <ac:chgData name="Yee nwe wynn" userId="S::yeenwewynn.y@kkumail.com::dac0ef35-3253-4399-969d-28493c7db7a7" providerId="AD" clId="Web-{7F194A2F-96CD-6578-997A-70977D94E75C}" dt="2026-10-08T12:14:15.209" v="129" actId="1410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Yee nwe wynn" userId="S::yeenwewynn.y@kkumail.com::dac0ef35-3253-4399-969d-28493c7db7a7" providerId="AD" clId="Web-{7F194A2F-96CD-6578-997A-70977D94E75C}" dt="2026-10-08T14:23:08.770" v="490" actId="20577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Yee nwe wynn" userId="S::yeenwewynn.y@kkumail.com::dac0ef35-3253-4399-969d-28493c7db7a7" providerId="AD" clId="Web-{7F194A2F-96CD-6578-997A-70977D94E75C}" dt="2026-10-08T12:19:55.056" v="172" actId="20577"/>
          <ac:spMkLst>
            <pc:docMk/>
            <pc:sldMk cId="109857222" sldId="256"/>
            <ac:spMk id="4" creationId="{9BB6F164-56BB-7096-7B24-91F96D95233A}"/>
          </ac:spMkLst>
        </pc:spChg>
        <pc:spChg chg="mod">
          <ac:chgData name="Yee nwe wynn" userId="S::yeenwewynn.y@kkumail.com::dac0ef35-3253-4399-969d-28493c7db7a7" providerId="AD" clId="Web-{7F194A2F-96CD-6578-997A-70977D94E75C}" dt="2026-10-08T14:23:16.848" v="493" actId="20577"/>
          <ac:spMkLst>
            <pc:docMk/>
            <pc:sldMk cId="109857222" sldId="256"/>
            <ac:spMk id="9" creationId="{2975A7CC-53E7-2DA4-3B8B-011447A75DC9}"/>
          </ac:spMkLst>
        </pc:spChg>
      </pc:sldChg>
      <pc:sldChg chg="modSp">
        <pc:chgData name="Yee nwe wynn" userId="S::yeenwewynn.y@kkumail.com::dac0ef35-3253-4399-969d-28493c7db7a7" providerId="AD" clId="Web-{7F194A2F-96CD-6578-997A-70977D94E75C}" dt="2026-10-08T14:40:59.323" v="708" actId="20577"/>
        <pc:sldMkLst>
          <pc:docMk/>
          <pc:sldMk cId="103750277" sldId="257"/>
        </pc:sldMkLst>
        <pc:spChg chg="mod">
          <ac:chgData name="Yee nwe wynn" userId="S::yeenwewynn.y@kkumail.com::dac0ef35-3253-4399-969d-28493c7db7a7" providerId="AD" clId="Web-{7F194A2F-96CD-6578-997A-70977D94E75C}" dt="2026-10-08T12:17:01.171" v="150" actId="20577"/>
          <ac:spMkLst>
            <pc:docMk/>
            <pc:sldMk cId="103750277" sldId="257"/>
            <ac:spMk id="2" creationId="{53E13EB4-A12C-C870-92CF-2533D7D5AD43}"/>
          </ac:spMkLst>
        </pc:spChg>
        <pc:spChg chg="mod">
          <ac:chgData name="Yee nwe wynn" userId="S::yeenwewynn.y@kkumail.com::dac0ef35-3253-4399-969d-28493c7db7a7" providerId="AD" clId="Web-{7F194A2F-96CD-6578-997A-70977D94E75C}" dt="2026-10-08T14:40:59.323" v="708" actId="20577"/>
          <ac:spMkLst>
            <pc:docMk/>
            <pc:sldMk cId="103750277" sldId="257"/>
            <ac:spMk id="3" creationId="{7EF49F73-98FA-A02F-C2EA-506CAFC556FE}"/>
          </ac:spMkLst>
        </pc:spChg>
      </pc:sldChg>
      <pc:sldChg chg="addSp delSp modSp new mod setBg">
        <pc:chgData name="Yee nwe wynn" userId="S::yeenwewynn.y@kkumail.com::dac0ef35-3253-4399-969d-28493c7db7a7" providerId="AD" clId="Web-{7F194A2F-96CD-6578-997A-70977D94E75C}" dt="2026-10-08T14:02:26.720" v="484" actId="14100"/>
        <pc:sldMkLst>
          <pc:docMk/>
          <pc:sldMk cId="1050618419" sldId="258"/>
        </pc:sldMkLst>
        <pc:spChg chg="mod">
          <ac:chgData name="Yee nwe wynn" userId="S::yeenwewynn.y@kkumail.com::dac0ef35-3253-4399-969d-28493c7db7a7" providerId="AD" clId="Web-{7F194A2F-96CD-6578-997A-70977D94E75C}" dt="2026-10-08T14:01:33.781" v="475" actId="20577"/>
          <ac:spMkLst>
            <pc:docMk/>
            <pc:sldMk cId="1050618419" sldId="258"/>
            <ac:spMk id="2" creationId="{DA0A180C-F6C5-5FB0-D5DD-A11BB106C38F}"/>
          </ac:spMkLst>
        </pc:spChg>
        <pc:spChg chg="del mod">
          <ac:chgData name="Yee nwe wynn" userId="S::yeenwewynn.y@kkumail.com::dac0ef35-3253-4399-969d-28493c7db7a7" providerId="AD" clId="Web-{7F194A2F-96CD-6578-997A-70977D94E75C}" dt="2026-10-08T13:31:27.884" v="177"/>
          <ac:spMkLst>
            <pc:docMk/>
            <pc:sldMk cId="1050618419" sldId="258"/>
            <ac:spMk id="3" creationId="{E230BA67-D7FC-C449-03F4-38E025D5082F}"/>
          </ac:spMkLst>
        </pc:spChg>
        <pc:spChg chg="add del">
          <ac:chgData name="Yee nwe wynn" userId="S::yeenwewynn.y@kkumail.com::dac0ef35-3253-4399-969d-28493c7db7a7" providerId="AD" clId="Web-{7F194A2F-96CD-6578-997A-70977D94E75C}" dt="2026-10-08T13:34:07.327" v="212"/>
          <ac:spMkLst>
            <pc:docMk/>
            <pc:sldMk cId="1050618419" sldId="258"/>
            <ac:spMk id="11" creationId="{41615116-4D41-CAF9-557D-936A12F0AB13}"/>
          </ac:spMkLst>
        </pc:spChg>
        <pc:spChg chg="add del">
          <ac:chgData name="Yee nwe wynn" userId="S::yeenwewynn.y@kkumail.com::dac0ef35-3253-4399-969d-28493c7db7a7" providerId="AD" clId="Web-{7F194A2F-96CD-6578-997A-70977D94E75C}" dt="2026-10-08T13:34:07.327" v="212"/>
          <ac:spMkLst>
            <pc:docMk/>
            <pc:sldMk cId="1050618419" sldId="258"/>
            <ac:spMk id="14" creationId="{5C8908E2-EE49-44D2-9428-A28D2312A8D5}"/>
          </ac:spMkLst>
        </pc:spChg>
        <pc:spChg chg="add del">
          <ac:chgData name="Yee nwe wynn" userId="S::yeenwewynn.y@kkumail.com::dac0ef35-3253-4399-969d-28493c7db7a7" providerId="AD" clId="Web-{7F194A2F-96CD-6578-997A-70977D94E75C}" dt="2026-10-08T13:34:07.327" v="212"/>
          <ac:spMkLst>
            <pc:docMk/>
            <pc:sldMk cId="1050618419" sldId="258"/>
            <ac:spMk id="20" creationId="{215A9370-15D3-4C30-8BA1-2059A74C9990}"/>
          </ac:spMkLst>
        </pc:spChg>
        <pc:spChg chg="add del mod">
          <ac:chgData name="Yee nwe wynn" userId="S::yeenwewynn.y@kkumail.com::dac0ef35-3253-4399-969d-28493c7db7a7" providerId="AD" clId="Web-{7F194A2F-96CD-6578-997A-70977D94E75C}" dt="2026-10-08T13:49:20.353" v="233"/>
          <ac:spMkLst>
            <pc:docMk/>
            <pc:sldMk cId="1050618419" sldId="258"/>
            <ac:spMk id="21" creationId="{8A7F42E1-EC5E-784F-B979-9869DA44C86D}"/>
          </ac:spMkLst>
        </pc:spChg>
        <pc:spChg chg="add del">
          <ac:chgData name="Yee nwe wynn" userId="S::yeenwewynn.y@kkumail.com::dac0ef35-3253-4399-969d-28493c7db7a7" providerId="AD" clId="Web-{7F194A2F-96CD-6578-997A-70977D94E75C}" dt="2026-10-08T13:34:07.327" v="212"/>
          <ac:spMkLst>
            <pc:docMk/>
            <pc:sldMk cId="1050618419" sldId="258"/>
            <ac:spMk id="22" creationId="{ED888B23-07FA-482A-96DF-47E31AF1A603}"/>
          </ac:spMkLst>
        </pc:spChg>
        <pc:spChg chg="add del mod">
          <ac:chgData name="Yee nwe wynn" userId="S::yeenwewynn.y@kkumail.com::dac0ef35-3253-4399-969d-28493c7db7a7" providerId="AD" clId="Web-{7F194A2F-96CD-6578-997A-70977D94E75C}" dt="2026-10-08T13:49:45.151" v="241"/>
          <ac:spMkLst>
            <pc:docMk/>
            <pc:sldMk cId="1050618419" sldId="258"/>
            <ac:spMk id="25" creationId="{3BFB4A1D-7659-2649-F033-309FC9884750}"/>
          </ac:spMkLst>
        </pc:spChg>
        <pc:spChg chg="add del">
          <ac:chgData name="Yee nwe wynn" userId="S::yeenwewynn.y@kkumail.com::dac0ef35-3253-4399-969d-28493c7db7a7" providerId="AD" clId="Web-{7F194A2F-96CD-6578-997A-70977D94E75C}" dt="2026-10-08T13:34:20.264" v="216"/>
          <ac:spMkLst>
            <pc:docMk/>
            <pc:sldMk cId="1050618419" sldId="258"/>
            <ac:spMk id="26" creationId="{7350D8B7-495C-7BBB-C584-7C7B0E30EAB3}"/>
          </ac:spMkLst>
        </pc:spChg>
        <pc:spChg chg="add mod">
          <ac:chgData name="Yee nwe wynn" userId="S::yeenwewynn.y@kkumail.com::dac0ef35-3253-4399-969d-28493c7db7a7" providerId="AD" clId="Web-{7F194A2F-96CD-6578-997A-70977D94E75C}" dt="2026-10-08T14:01:00.796" v="466" actId="1076"/>
          <ac:spMkLst>
            <pc:docMk/>
            <pc:sldMk cId="1050618419" sldId="258"/>
            <ac:spMk id="28" creationId="{D135B40B-66A8-5175-A613-D2F836FE94C2}"/>
          </ac:spMkLst>
        </pc:spChg>
        <pc:spChg chg="add del">
          <ac:chgData name="Yee nwe wynn" userId="S::yeenwewynn.y@kkumail.com::dac0ef35-3253-4399-969d-28493c7db7a7" providerId="AD" clId="Web-{7F194A2F-96CD-6578-997A-70977D94E75C}" dt="2026-10-08T13:49:49.338" v="252"/>
          <ac:spMkLst>
            <pc:docMk/>
            <pc:sldMk cId="1050618419" sldId="258"/>
            <ac:spMk id="29" creationId="{F277940B-7F30-4A86-B577-C158694B3EFA}"/>
          </ac:spMkLst>
        </pc:spChg>
        <pc:spChg chg="add del">
          <ac:chgData name="Yee nwe wynn" userId="S::yeenwewynn.y@kkumail.com::dac0ef35-3253-4399-969d-28493c7db7a7" providerId="AD" clId="Web-{7F194A2F-96CD-6578-997A-70977D94E75C}" dt="2026-10-08T13:49:49.338" v="252"/>
          <ac:spMkLst>
            <pc:docMk/>
            <pc:sldMk cId="1050618419" sldId="258"/>
            <ac:spMk id="31" creationId="{8F6E0B19-6E81-0C8E-D72D-0BE8EFCEB767}"/>
          </ac:spMkLst>
        </pc:spChg>
        <pc:spChg chg="add del mod">
          <ac:chgData name="Yee nwe wynn" userId="S::yeenwewynn.y@kkumail.com::dac0ef35-3253-4399-969d-28493c7db7a7" providerId="AD" clId="Web-{7F194A2F-96CD-6578-997A-70977D94E75C}" dt="2026-10-08T13:50:39.496" v="260"/>
          <ac:spMkLst>
            <pc:docMk/>
            <pc:sldMk cId="1050618419" sldId="258"/>
            <ac:spMk id="33" creationId="{CFCFDA38-8B4C-AEB2-4909-C838E83C1CA7}"/>
          </ac:spMkLst>
        </pc:spChg>
        <pc:spChg chg="add del">
          <ac:chgData name="Yee nwe wynn" userId="S::yeenwewynn.y@kkumail.com::dac0ef35-3253-4399-969d-28493c7db7a7" providerId="AD" clId="Web-{7F194A2F-96CD-6578-997A-70977D94E75C}" dt="2026-10-08T13:50:57.669" v="265"/>
          <ac:spMkLst>
            <pc:docMk/>
            <pc:sldMk cId="1050618419" sldId="258"/>
            <ac:spMk id="34" creationId="{A14D2E15-42A4-B075-3018-47241BB7162C}"/>
          </ac:spMkLst>
        </pc:spChg>
        <pc:spChg chg="add mod">
          <ac:chgData name="Yee nwe wynn" userId="S::yeenwewynn.y@kkumail.com::dac0ef35-3253-4399-969d-28493c7db7a7" providerId="AD" clId="Web-{7F194A2F-96CD-6578-997A-70977D94E75C}" dt="2026-10-08T14:02:14.985" v="482" actId="14100"/>
          <ac:spMkLst>
            <pc:docMk/>
            <pc:sldMk cId="1050618419" sldId="258"/>
            <ac:spMk id="35" creationId="{AA9A1468-8606-DDB6-3553-4CF27252A918}"/>
          </ac:spMkLst>
        </pc:spChg>
        <pc:spChg chg="add mod">
          <ac:chgData name="Yee nwe wynn" userId="S::yeenwewynn.y@kkumail.com::dac0ef35-3253-4399-969d-28493c7db7a7" providerId="AD" clId="Web-{7F194A2F-96CD-6578-997A-70977D94E75C}" dt="2026-10-08T14:01:06.952" v="468" actId="1076"/>
          <ac:spMkLst>
            <pc:docMk/>
            <pc:sldMk cId="1050618419" sldId="258"/>
            <ac:spMk id="36" creationId="{14E49EA2-98F0-79B0-C146-449813FF2770}"/>
          </ac:spMkLst>
        </pc:spChg>
        <pc:spChg chg="add mod">
          <ac:chgData name="Yee nwe wynn" userId="S::yeenwewynn.y@kkumail.com::dac0ef35-3253-4399-969d-28493c7db7a7" providerId="AD" clId="Web-{7F194A2F-96CD-6578-997A-70977D94E75C}" dt="2026-10-08T14:01:16.499" v="472" actId="1076"/>
          <ac:spMkLst>
            <pc:docMk/>
            <pc:sldMk cId="1050618419" sldId="258"/>
            <ac:spMk id="37" creationId="{DF0344F6-068E-DF6B-0B0F-A2E635D95209}"/>
          </ac:spMkLst>
        </pc:spChg>
        <pc:spChg chg="add mod">
          <ac:chgData name="Yee nwe wynn" userId="S::yeenwewynn.y@kkumail.com::dac0ef35-3253-4399-969d-28493c7db7a7" providerId="AD" clId="Web-{7F194A2F-96CD-6578-997A-70977D94E75C}" dt="2026-10-08T14:01:21.265" v="474" actId="1076"/>
          <ac:spMkLst>
            <pc:docMk/>
            <pc:sldMk cId="1050618419" sldId="258"/>
            <ac:spMk id="38" creationId="{14C06071-3690-6C3C-6743-EDBD1DC0D040}"/>
          </ac:spMkLst>
        </pc:spChg>
        <pc:spChg chg="add del">
          <ac:chgData name="Yee nwe wynn" userId="S::yeenwewynn.y@kkumail.com::dac0ef35-3253-4399-969d-28493c7db7a7" providerId="AD" clId="Web-{7F194A2F-96CD-6578-997A-70977D94E75C}" dt="2026-10-08T13:53:36.580" v="314"/>
          <ac:spMkLst>
            <pc:docMk/>
            <pc:sldMk cId="1050618419" sldId="258"/>
            <ac:spMk id="39" creationId="{4762BB35-A2BA-7F40-6D3E-4FF532CBA778}"/>
          </ac:spMkLst>
        </pc:spChg>
        <pc:spChg chg="add del">
          <ac:chgData name="Yee nwe wynn" userId="S::yeenwewynn.y@kkumail.com::dac0ef35-3253-4399-969d-28493c7db7a7" providerId="AD" clId="Web-{7F194A2F-96CD-6578-997A-70977D94E75C}" dt="2026-10-08T13:53:42.580" v="316"/>
          <ac:spMkLst>
            <pc:docMk/>
            <pc:sldMk cId="1050618419" sldId="258"/>
            <ac:spMk id="40" creationId="{3608034C-3D6C-5916-BF00-060FFE1CBC67}"/>
          </ac:spMkLst>
        </pc:spChg>
        <pc:spChg chg="add mod">
          <ac:chgData name="Yee nwe wynn" userId="S::yeenwewynn.y@kkumail.com::dac0ef35-3253-4399-969d-28493c7db7a7" providerId="AD" clId="Web-{7F194A2F-96CD-6578-997A-70977D94E75C}" dt="2026-10-08T14:02:00.860" v="478" actId="20577"/>
          <ac:spMkLst>
            <pc:docMk/>
            <pc:sldMk cId="1050618419" sldId="258"/>
            <ac:spMk id="41" creationId="{ED05B10A-49B8-F1AB-471C-B77BD712163F}"/>
          </ac:spMkLst>
        </pc:spChg>
        <pc:spChg chg="add mod">
          <ac:chgData name="Yee nwe wynn" userId="S::yeenwewynn.y@kkumail.com::dac0ef35-3253-4399-969d-28493c7db7a7" providerId="AD" clId="Web-{7F194A2F-96CD-6578-997A-70977D94E75C}" dt="2026-10-08T14:02:09.517" v="481" actId="20577"/>
          <ac:spMkLst>
            <pc:docMk/>
            <pc:sldMk cId="1050618419" sldId="258"/>
            <ac:spMk id="42" creationId="{67F8C5F3-B8BA-0485-569A-35CA287E75B0}"/>
          </ac:spMkLst>
        </pc:spChg>
        <pc:spChg chg="add mod">
          <ac:chgData name="Yee nwe wynn" userId="S::yeenwewynn.y@kkumail.com::dac0ef35-3253-4399-969d-28493c7db7a7" providerId="AD" clId="Web-{7F194A2F-96CD-6578-997A-70977D94E75C}" dt="2026-10-08T14:02:26.720" v="484" actId="14100"/>
          <ac:spMkLst>
            <pc:docMk/>
            <pc:sldMk cId="1050618419" sldId="258"/>
            <ac:spMk id="43" creationId="{A0A5BED8-B6B2-67FF-38D4-BA00C1267F38}"/>
          </ac:spMkLst>
        </pc:spChg>
        <pc:spChg chg="add mod">
          <ac:chgData name="Yee nwe wynn" userId="S::yeenwewynn.y@kkumail.com::dac0ef35-3253-4399-969d-28493c7db7a7" providerId="AD" clId="Web-{7F194A2F-96CD-6578-997A-70977D94E75C}" dt="2026-10-08T14:01:03.686" v="467" actId="1076"/>
          <ac:spMkLst>
            <pc:docMk/>
            <pc:sldMk cId="1050618419" sldId="258"/>
            <ac:spMk id="44" creationId="{3F85FCE4-AD33-3EB0-4B98-51DD2728DF1A}"/>
          </ac:spMkLst>
        </pc:spChg>
        <pc:spChg chg="add del">
          <ac:chgData name="Yee nwe wynn" userId="S::yeenwewynn.y@kkumail.com::dac0ef35-3253-4399-969d-28493c7db7a7" providerId="AD" clId="Web-{7F194A2F-96CD-6578-997A-70977D94E75C}" dt="2026-10-08T13:58:32.526" v="435"/>
          <ac:spMkLst>
            <pc:docMk/>
            <pc:sldMk cId="1050618419" sldId="258"/>
            <ac:spMk id="45" creationId="{2ADDCD2B-9897-D23E-1FF6-7D83B7B22155}"/>
          </ac:spMkLst>
        </pc:spChg>
        <pc:spChg chg="add mod">
          <ac:chgData name="Yee nwe wynn" userId="S::yeenwewynn.y@kkumail.com::dac0ef35-3253-4399-969d-28493c7db7a7" providerId="AD" clId="Web-{7F194A2F-96CD-6578-997A-70977D94E75C}" dt="2026-10-08T14:01:14.671" v="471" actId="1076"/>
          <ac:spMkLst>
            <pc:docMk/>
            <pc:sldMk cId="1050618419" sldId="258"/>
            <ac:spMk id="46" creationId="{4CFC99A4-5637-9554-40CE-849F2973316C}"/>
          </ac:spMkLst>
        </pc:spChg>
        <pc:spChg chg="add mod">
          <ac:chgData name="Yee nwe wynn" userId="S::yeenwewynn.y@kkumail.com::dac0ef35-3253-4399-969d-28493c7db7a7" providerId="AD" clId="Web-{7F194A2F-96CD-6578-997A-70977D94E75C}" dt="2026-10-08T14:01:18.828" v="473" actId="1076"/>
          <ac:spMkLst>
            <pc:docMk/>
            <pc:sldMk cId="1050618419" sldId="258"/>
            <ac:spMk id="47" creationId="{EFD891C7-1334-6308-F2C8-55E98D842AAE}"/>
          </ac:spMkLst>
        </pc:spChg>
        <pc:grpChg chg="add del">
          <ac:chgData name="Yee nwe wynn" userId="S::yeenwewynn.y@kkumail.com::dac0ef35-3253-4399-969d-28493c7db7a7" providerId="AD" clId="Web-{7F194A2F-96CD-6578-997A-70977D94E75C}" dt="2026-10-08T13:34:11.092" v="214"/>
          <ac:grpSpMkLst>
            <pc:docMk/>
            <pc:sldMk cId="1050618419" sldId="258"/>
            <ac:grpSpMk id="12" creationId="{939A67D3-6AC4-BC0F-BF88-7BFB6F9284D5}"/>
          </ac:grpSpMkLst>
        </pc:grpChg>
        <pc:grpChg chg="add del">
          <ac:chgData name="Yee nwe wynn" userId="S::yeenwewynn.y@kkumail.com::dac0ef35-3253-4399-969d-28493c7db7a7" providerId="AD" clId="Web-{7F194A2F-96CD-6578-997A-70977D94E75C}" dt="2026-10-08T13:34:07.327" v="212"/>
          <ac:grpSpMkLst>
            <pc:docMk/>
            <pc:sldMk cId="1050618419" sldId="258"/>
            <ac:grpSpMk id="16" creationId="{514E1141-65DC-4F54-8399-7221AE6F83D4}"/>
          </ac:grpSpMkLst>
        </pc:grpChg>
        <pc:grpChg chg="add del">
          <ac:chgData name="Yee nwe wynn" userId="S::yeenwewynn.y@kkumail.com::dac0ef35-3253-4399-969d-28493c7db7a7" providerId="AD" clId="Web-{7F194A2F-96CD-6578-997A-70977D94E75C}" dt="2026-10-08T13:49:49.338" v="252"/>
          <ac:grpSpMkLst>
            <pc:docMk/>
            <pc:sldMk cId="1050618419" sldId="258"/>
            <ac:grpSpMk id="30" creationId="{D2A542E6-1924-4FE2-89D1-3CB19468C1F6}"/>
          </ac:grpSpMkLst>
        </pc:grpChg>
        <pc:picChg chg="add del mod ord">
          <ac:chgData name="Yee nwe wynn" userId="S::yeenwewynn.y@kkumail.com::dac0ef35-3253-4399-969d-28493c7db7a7" providerId="AD" clId="Web-{7F194A2F-96CD-6578-997A-70977D94E75C}" dt="2026-10-08T13:50:07.917" v="254"/>
          <ac:picMkLst>
            <pc:docMk/>
            <pc:sldMk cId="1050618419" sldId="258"/>
            <ac:picMk id="4" creationId="{3CA6BD3A-3805-79FF-9195-729246A69DAB}"/>
          </ac:picMkLst>
        </pc:picChg>
        <pc:picChg chg="add del mod ord">
          <ac:chgData name="Yee nwe wynn" userId="S::yeenwewynn.y@kkumail.com::dac0ef35-3253-4399-969d-28493c7db7a7" providerId="AD" clId="Web-{7F194A2F-96CD-6578-997A-70977D94E75C}" dt="2026-10-08T13:50:09.027" v="255"/>
          <ac:picMkLst>
            <pc:docMk/>
            <pc:sldMk cId="1050618419" sldId="258"/>
            <ac:picMk id="5" creationId="{C9249F3C-5868-22B7-66D2-49F7E3D9B34A}"/>
          </ac:picMkLst>
        </pc:picChg>
        <pc:picChg chg="add del mod ord">
          <ac:chgData name="Yee nwe wynn" userId="S::yeenwewynn.y@kkumail.com::dac0ef35-3253-4399-969d-28493c7db7a7" providerId="AD" clId="Web-{7F194A2F-96CD-6578-997A-70977D94E75C}" dt="2026-10-08T13:50:14.855" v="257"/>
          <ac:picMkLst>
            <pc:docMk/>
            <pc:sldMk cId="1050618419" sldId="258"/>
            <ac:picMk id="6" creationId="{0C9FBD90-A718-BC1E-B77D-D6FD0CDBDD64}"/>
          </ac:picMkLst>
        </pc:picChg>
        <pc:picChg chg="add del mod ord">
          <ac:chgData name="Yee nwe wynn" userId="S::yeenwewynn.y@kkumail.com::dac0ef35-3253-4399-969d-28493c7db7a7" providerId="AD" clId="Web-{7F194A2F-96CD-6578-997A-70977D94E75C}" dt="2026-10-08T13:50:40.574" v="261"/>
          <ac:picMkLst>
            <pc:docMk/>
            <pc:sldMk cId="1050618419" sldId="258"/>
            <ac:picMk id="7" creationId="{8DBFFC0B-3E73-B23D-F4EF-5276975E5E7E}"/>
          </ac:picMkLst>
        </pc:picChg>
        <pc:picChg chg="add del">
          <ac:chgData name="Yee nwe wynn" userId="S::yeenwewynn.y@kkumail.com::dac0ef35-3253-4399-969d-28493c7db7a7" providerId="AD" clId="Web-{7F194A2F-96CD-6578-997A-70977D94E75C}" dt="2026-10-08T13:49:49.073" v="251"/>
          <ac:picMkLst>
            <pc:docMk/>
            <pc:sldMk cId="1050618419" sldId="258"/>
            <ac:picMk id="8" creationId="{6511384B-D727-26C9-9656-4048CA49E56E}"/>
          </ac:picMkLst>
        </pc:picChg>
        <pc:picChg chg="add del mod">
          <ac:chgData name="Yee nwe wynn" userId="S::yeenwewynn.y@kkumail.com::dac0ef35-3253-4399-969d-28493c7db7a7" providerId="AD" clId="Web-{7F194A2F-96CD-6578-997A-70977D94E75C}" dt="2026-10-08T13:49:48.198" v="249"/>
          <ac:picMkLst>
            <pc:docMk/>
            <pc:sldMk cId="1050618419" sldId="258"/>
            <ac:picMk id="9" creationId="{69D703F1-99C1-80BE-45D8-006F7DB21339}"/>
          </ac:picMkLst>
        </pc:picChg>
        <pc:picChg chg="add del mod ord">
          <ac:chgData name="Yee nwe wynn" userId="S::yeenwewynn.y@kkumail.com::dac0ef35-3253-4399-969d-28493c7db7a7" providerId="AD" clId="Web-{7F194A2F-96CD-6578-997A-70977D94E75C}" dt="2026-10-08T13:49:47.370" v="246"/>
          <ac:picMkLst>
            <pc:docMk/>
            <pc:sldMk cId="1050618419" sldId="258"/>
            <ac:picMk id="10" creationId="{8CF13477-6A4E-6F07-5917-73FA5F24F39A}"/>
          </ac:picMkLst>
        </pc:picChg>
        <pc:cxnChg chg="add del">
          <ac:chgData name="Yee nwe wynn" userId="S::yeenwewynn.y@kkumail.com::dac0ef35-3253-4399-969d-28493c7db7a7" providerId="AD" clId="Web-{7F194A2F-96CD-6578-997A-70977D94E75C}" dt="2026-10-08T13:34:20.264" v="216"/>
          <ac:cxnSpMkLst>
            <pc:docMk/>
            <pc:sldMk cId="1050618419" sldId="258"/>
            <ac:cxnSpMk id="27" creationId="{A987D6CB-F2DA-0CA1-E66E-A2D01C70D7C9}"/>
          </ac:cxnSpMkLst>
        </pc:cxnChg>
      </pc:sldChg>
      <pc:sldChg chg="addSp delSp modSp new">
        <pc:chgData name="Yee nwe wynn" userId="S::yeenwewynn.y@kkumail.com::dac0ef35-3253-4399-969d-28493c7db7a7" providerId="AD" clId="Web-{7F194A2F-96CD-6578-997A-70977D94E75C}" dt="2026-10-08T14:36:46.658" v="654"/>
        <pc:sldMkLst>
          <pc:docMk/>
          <pc:sldMk cId="3064155325" sldId="259"/>
        </pc:sldMkLst>
        <pc:spChg chg="mod">
          <ac:chgData name="Yee nwe wynn" userId="S::yeenwewynn.y@kkumail.com::dac0ef35-3253-4399-969d-28493c7db7a7" providerId="AD" clId="Web-{7F194A2F-96CD-6578-997A-70977D94E75C}" dt="2026-10-08T14:03:56.410" v="489" actId="20577"/>
          <ac:spMkLst>
            <pc:docMk/>
            <pc:sldMk cId="3064155325" sldId="259"/>
            <ac:spMk id="2" creationId="{52A51836-3EF1-CBB6-88CA-CA217356A337}"/>
          </ac:spMkLst>
        </pc:spChg>
        <pc:spChg chg="del mod">
          <ac:chgData name="Yee nwe wynn" userId="S::yeenwewynn.y@kkumail.com::dac0ef35-3253-4399-969d-28493c7db7a7" providerId="AD" clId="Web-{7F194A2F-96CD-6578-997A-70977D94E75C}" dt="2026-10-08T14:30:29.144" v="581"/>
          <ac:spMkLst>
            <pc:docMk/>
            <pc:sldMk cId="3064155325" sldId="259"/>
            <ac:spMk id="3" creationId="{F36FBCFA-F4BF-CD1F-8C5F-5D85A1372F09}"/>
          </ac:spMkLst>
        </pc:spChg>
        <pc:spChg chg="add mod">
          <ac:chgData name="Yee nwe wynn" userId="S::yeenwewynn.y@kkumail.com::dac0ef35-3253-4399-969d-28493c7db7a7" providerId="AD" clId="Web-{7F194A2F-96CD-6578-997A-70977D94E75C}" dt="2026-10-08T14:33:27.119" v="613" actId="14100"/>
          <ac:spMkLst>
            <pc:docMk/>
            <pc:sldMk cId="3064155325" sldId="259"/>
            <ac:spMk id="4" creationId="{8412B3C5-8AC5-9A65-7E3D-A6709D7D3822}"/>
          </ac:spMkLst>
        </pc:spChg>
        <pc:spChg chg="add mod">
          <ac:chgData name="Yee nwe wynn" userId="S::yeenwewynn.y@kkumail.com::dac0ef35-3253-4399-969d-28493c7db7a7" providerId="AD" clId="Web-{7F194A2F-96CD-6578-997A-70977D94E75C}" dt="2026-10-08T14:33:24.026" v="612" actId="14100"/>
          <ac:spMkLst>
            <pc:docMk/>
            <pc:sldMk cId="3064155325" sldId="259"/>
            <ac:spMk id="5" creationId="{5B459D4D-03EC-A97C-013C-BBFBF3ED83EC}"/>
          </ac:spMkLst>
        </pc:spChg>
        <pc:spChg chg="add mod">
          <ac:chgData name="Yee nwe wynn" userId="S::yeenwewynn.y@kkumail.com::dac0ef35-3253-4399-969d-28493c7db7a7" providerId="AD" clId="Web-{7F194A2F-96CD-6578-997A-70977D94E75C}" dt="2026-10-08T14:33:29.963" v="614" actId="14100"/>
          <ac:spMkLst>
            <pc:docMk/>
            <pc:sldMk cId="3064155325" sldId="259"/>
            <ac:spMk id="6" creationId="{5115A3EC-57B7-504A-67F8-6306505E2F86}"/>
          </ac:spMkLst>
        </pc:spChg>
        <pc:spChg chg="add mod">
          <ac:chgData name="Yee nwe wynn" userId="S::yeenwewynn.y@kkumail.com::dac0ef35-3253-4399-969d-28493c7db7a7" providerId="AD" clId="Web-{7F194A2F-96CD-6578-997A-70977D94E75C}" dt="2026-10-08T14:32:37.758" v="610" actId="14100"/>
          <ac:spMkLst>
            <pc:docMk/>
            <pc:sldMk cId="3064155325" sldId="259"/>
            <ac:spMk id="7" creationId="{C165D3F6-9B69-BBB2-D644-7F24CFA4D12C}"/>
          </ac:spMkLst>
        </pc:spChg>
        <pc:spChg chg="add del">
          <ac:chgData name="Yee nwe wynn" userId="S::yeenwewynn.y@kkumail.com::dac0ef35-3253-4399-969d-28493c7db7a7" providerId="AD" clId="Web-{7F194A2F-96CD-6578-997A-70977D94E75C}" dt="2026-10-08T14:27:36.935" v="540"/>
          <ac:spMkLst>
            <pc:docMk/>
            <pc:sldMk cId="3064155325" sldId="259"/>
            <ac:spMk id="8" creationId="{4AA18ED1-C2E4-F2A3-00E8-2340E5BF1DE3}"/>
          </ac:spMkLst>
        </pc:spChg>
        <pc:spChg chg="add mod">
          <ac:chgData name="Yee nwe wynn" userId="S::yeenwewynn.y@kkumail.com::dac0ef35-3253-4399-969d-28493c7db7a7" providerId="AD" clId="Web-{7F194A2F-96CD-6578-997A-70977D94E75C}" dt="2026-10-08T14:32:42.118" v="611" actId="14100"/>
          <ac:spMkLst>
            <pc:docMk/>
            <pc:sldMk cId="3064155325" sldId="259"/>
            <ac:spMk id="9" creationId="{EA7540A6-1E28-7710-6CA7-4ED46148E0D6}"/>
          </ac:spMkLst>
        </pc:spChg>
        <pc:spChg chg="add mod">
          <ac:chgData name="Yee nwe wynn" userId="S::yeenwewynn.y@kkumail.com::dac0ef35-3253-4399-969d-28493c7db7a7" providerId="AD" clId="Web-{7F194A2F-96CD-6578-997A-70977D94E75C}" dt="2026-10-08T14:31:43.725" v="601" actId="14100"/>
          <ac:spMkLst>
            <pc:docMk/>
            <pc:sldMk cId="3064155325" sldId="259"/>
            <ac:spMk id="10" creationId="{20F05D02-BA03-B72B-1A52-42C3F6EEC1EF}"/>
          </ac:spMkLst>
        </pc:spChg>
        <pc:spChg chg="add mod">
          <ac:chgData name="Yee nwe wynn" userId="S::yeenwewynn.y@kkumail.com::dac0ef35-3253-4399-969d-28493c7db7a7" providerId="AD" clId="Web-{7F194A2F-96CD-6578-997A-70977D94E75C}" dt="2026-10-08T14:36:19.875" v="650"/>
          <ac:spMkLst>
            <pc:docMk/>
            <pc:sldMk cId="3064155325" sldId="259"/>
            <ac:spMk id="11" creationId="{00FBDA7E-B1F5-E41D-0B22-9784D1F0E850}"/>
          </ac:spMkLst>
        </pc:spChg>
        <pc:spChg chg="add del mod">
          <ac:chgData name="Yee nwe wynn" userId="S::yeenwewynn.y@kkumail.com::dac0ef35-3253-4399-969d-28493c7db7a7" providerId="AD" clId="Web-{7F194A2F-96CD-6578-997A-70977D94E75C}" dt="2026-10-08T14:36:46.658" v="654"/>
          <ac:spMkLst>
            <pc:docMk/>
            <pc:sldMk cId="3064155325" sldId="259"/>
            <ac:spMk id="12" creationId="{98C9B8C6-EA8F-5B46-4F9A-A858F0EB91EE}"/>
          </ac:spMkLst>
        </pc:spChg>
      </pc:sldChg>
      <pc:sldChg chg="addSp delSp modSp new mod setBg">
        <pc:chgData name="Yee nwe wynn" userId="S::yeenwewynn.y@kkumail.com::dac0ef35-3253-4399-969d-28493c7db7a7" providerId="AD" clId="Web-{7F194A2F-96CD-6578-997A-70977D94E75C}" dt="2026-10-08T14:46:45.178" v="751" actId="14100"/>
        <pc:sldMkLst>
          <pc:docMk/>
          <pc:sldMk cId="2205901909" sldId="260"/>
        </pc:sldMkLst>
        <pc:spChg chg="mod">
          <ac:chgData name="Yee nwe wynn" userId="S::yeenwewynn.y@kkumail.com::dac0ef35-3253-4399-969d-28493c7db7a7" providerId="AD" clId="Web-{7F194A2F-96CD-6578-997A-70977D94E75C}" dt="2026-10-08T14:45:58.645" v="746"/>
          <ac:spMkLst>
            <pc:docMk/>
            <pc:sldMk cId="2205901909" sldId="260"/>
            <ac:spMk id="2" creationId="{E67C0318-318D-9373-F993-960851803CD5}"/>
          </ac:spMkLst>
        </pc:spChg>
        <pc:spChg chg="add del mod">
          <ac:chgData name="Yee nwe wynn" userId="S::yeenwewynn.y@kkumail.com::dac0ef35-3253-4399-969d-28493c7db7a7" providerId="AD" clId="Web-{7F194A2F-96CD-6578-997A-70977D94E75C}" dt="2026-10-08T14:46:45.178" v="751" actId="14100"/>
          <ac:spMkLst>
            <pc:docMk/>
            <pc:sldMk cId="2205901909" sldId="260"/>
            <ac:spMk id="3" creationId="{8A815CDA-9216-E381-31FC-D0FAAD4BCECC}"/>
          </ac:spMkLst>
        </pc:spChg>
        <pc:spChg chg="add del">
          <ac:chgData name="Yee nwe wynn" userId="S::yeenwewynn.y@kkumail.com::dac0ef35-3253-4399-969d-28493c7db7a7" providerId="AD" clId="Web-{7F194A2F-96CD-6578-997A-70977D94E75C}" dt="2026-10-08T14:45:58.645" v="746"/>
          <ac:spMkLst>
            <pc:docMk/>
            <pc:sldMk cId="2205901909" sldId="260"/>
            <ac:spMk id="8" creationId="{DAF1966E-FD40-4A4A-B61B-C4DF7FA05F06}"/>
          </ac:spMkLst>
        </pc:spChg>
        <pc:spChg chg="add del">
          <ac:chgData name="Yee nwe wynn" userId="S::yeenwewynn.y@kkumail.com::dac0ef35-3253-4399-969d-28493c7db7a7" providerId="AD" clId="Web-{7F194A2F-96CD-6578-997A-70977D94E75C}" dt="2026-10-08T14:45:58.645" v="746"/>
          <ac:spMkLst>
            <pc:docMk/>
            <pc:sldMk cId="2205901909" sldId="260"/>
            <ac:spMk id="10" creationId="{047BFA19-D45E-416B-A404-7AF2F3F27017}"/>
          </ac:spMkLst>
        </pc:spChg>
        <pc:spChg chg="add del">
          <ac:chgData name="Yee nwe wynn" userId="S::yeenwewynn.y@kkumail.com::dac0ef35-3253-4399-969d-28493c7db7a7" providerId="AD" clId="Web-{7F194A2F-96CD-6578-997A-70977D94E75C}" dt="2026-10-08T14:45:58.645" v="746"/>
          <ac:spMkLst>
            <pc:docMk/>
            <pc:sldMk cId="2205901909" sldId="260"/>
            <ac:spMk id="11" creationId="{8A815CDA-9216-E381-31FC-D0FAAD4BCECC}"/>
          </ac:spMkLst>
        </pc:spChg>
        <pc:spChg chg="add del">
          <ac:chgData name="Yee nwe wynn" userId="S::yeenwewynn.y@kkumail.com::dac0ef35-3253-4399-969d-28493c7db7a7" providerId="AD" clId="Web-{7F194A2F-96CD-6578-997A-70977D94E75C}" dt="2026-10-08T14:45:58.645" v="746"/>
          <ac:spMkLst>
            <pc:docMk/>
            <pc:sldMk cId="2205901909" sldId="260"/>
            <ac:spMk id="12" creationId="{8E0105E7-23DB-4CF2-8258-FF47C7620F6E}"/>
          </ac:spMkLst>
        </pc:spChg>
        <pc:spChg chg="add del">
          <ac:chgData name="Yee nwe wynn" userId="S::yeenwewynn.y@kkumail.com::dac0ef35-3253-4399-969d-28493c7db7a7" providerId="AD" clId="Web-{7F194A2F-96CD-6578-997A-70977D94E75C}" dt="2026-10-08T14:45:58.645" v="746"/>
          <ac:spMkLst>
            <pc:docMk/>
            <pc:sldMk cId="2205901909" sldId="260"/>
            <ac:spMk id="14" creationId="{074B4F7D-14B2-478B-8BF5-01E4E0C5D263}"/>
          </ac:spMkLst>
        </pc:spChg>
        <pc:graphicFrameChg chg="add del">
          <ac:chgData name="Yee nwe wynn" userId="S::yeenwewynn.y@kkumail.com::dac0ef35-3253-4399-969d-28493c7db7a7" providerId="AD" clId="Web-{7F194A2F-96CD-6578-997A-70977D94E75C}" dt="2026-10-08T14:45:35.910" v="740"/>
          <ac:graphicFrameMkLst>
            <pc:docMk/>
            <pc:sldMk cId="2205901909" sldId="260"/>
            <ac:graphicFrameMk id="5" creationId="{BB51F81E-8EE0-D475-BC29-02B0991D211B}"/>
          </ac:graphicFrameMkLst>
        </pc:graphicFrameChg>
        <pc:graphicFrameChg chg="add del">
          <ac:chgData name="Yee nwe wynn" userId="S::yeenwewynn.y@kkumail.com::dac0ef35-3253-4399-969d-28493c7db7a7" providerId="AD" clId="Web-{7F194A2F-96CD-6578-997A-70977D94E75C}" dt="2026-10-08T14:45:39.645" v="742"/>
          <ac:graphicFrameMkLst>
            <pc:docMk/>
            <pc:sldMk cId="2205901909" sldId="260"/>
            <ac:graphicFrameMk id="7" creationId="{ADBDD465-8623-A399-85F9-5DC593452093}"/>
          </ac:graphicFrameMkLst>
        </pc:graphicFrameChg>
        <pc:graphicFrameChg chg="add del">
          <ac:chgData name="Yee nwe wynn" userId="S::yeenwewynn.y@kkumail.com::dac0ef35-3253-4399-969d-28493c7db7a7" providerId="AD" clId="Web-{7F194A2F-96CD-6578-997A-70977D94E75C}" dt="2026-10-08T14:45:47.973" v="744"/>
          <ac:graphicFrameMkLst>
            <pc:docMk/>
            <pc:sldMk cId="2205901909" sldId="260"/>
            <ac:graphicFrameMk id="9" creationId="{8DC7C764-155E-7D96-4DA2-3A0F1273137B}"/>
          </ac:graphicFrameMkLst>
        </pc:graphicFrameChg>
      </pc:sldChg>
      <pc:sldChg chg="addSp delSp modSp new">
        <pc:chgData name="Yee nwe wynn" userId="S::yeenwewynn.y@kkumail.com::dac0ef35-3253-4399-969d-28493c7db7a7" providerId="AD" clId="Web-{7F194A2F-96CD-6578-997A-70977D94E75C}" dt="2026-10-08T15:13:40.531" v="1008"/>
        <pc:sldMkLst>
          <pc:docMk/>
          <pc:sldMk cId="3942048806" sldId="261"/>
        </pc:sldMkLst>
        <pc:spChg chg="mod">
          <ac:chgData name="Yee nwe wynn" userId="S::yeenwewynn.y@kkumail.com::dac0ef35-3253-4399-969d-28493c7db7a7" providerId="AD" clId="Web-{7F194A2F-96CD-6578-997A-70977D94E75C}" dt="2026-10-08T14:41:43.558" v="712" actId="20577"/>
          <ac:spMkLst>
            <pc:docMk/>
            <pc:sldMk cId="3942048806" sldId="261"/>
            <ac:spMk id="2" creationId="{2018BEB9-3C16-E02B-A0B5-022C9E581365}"/>
          </ac:spMkLst>
        </pc:spChg>
        <pc:spChg chg="add del mod">
          <ac:chgData name="Yee nwe wynn" userId="S::yeenwewynn.y@kkumail.com::dac0ef35-3253-4399-969d-28493c7db7a7" providerId="AD" clId="Web-{7F194A2F-96CD-6578-997A-70977D94E75C}" dt="2026-10-08T15:00:52.489" v="808"/>
          <ac:spMkLst>
            <pc:docMk/>
            <pc:sldMk cId="3942048806" sldId="261"/>
            <ac:spMk id="3" creationId="{38A594ED-28B1-E7FD-8490-168A3258204F}"/>
          </ac:spMkLst>
        </pc:spChg>
        <pc:spChg chg="add del mod">
          <ac:chgData name="Yee nwe wynn" userId="S::yeenwewynn.y@kkumail.com::dac0ef35-3253-4399-969d-28493c7db7a7" providerId="AD" clId="Web-{7F194A2F-96CD-6578-997A-70977D94E75C}" dt="2026-10-08T15:08:47.068" v="893"/>
          <ac:spMkLst>
            <pc:docMk/>
            <pc:sldMk cId="3942048806" sldId="261"/>
            <ac:spMk id="11" creationId="{9F1EFA62-148C-5234-A2EB-CC09C25EF345}"/>
          </ac:spMkLst>
        </pc:spChg>
        <pc:spChg chg="add del mod">
          <ac:chgData name="Yee nwe wynn" userId="S::yeenwewynn.y@kkumail.com::dac0ef35-3253-4399-969d-28493c7db7a7" providerId="AD" clId="Web-{7F194A2F-96CD-6578-997A-70977D94E75C}" dt="2026-10-08T15:07:12.439" v="866"/>
          <ac:spMkLst>
            <pc:docMk/>
            <pc:sldMk cId="3942048806" sldId="261"/>
            <ac:spMk id="13" creationId="{E81D7318-A540-BE0E-4043-BA6D129B1F19}"/>
          </ac:spMkLst>
        </pc:spChg>
        <pc:spChg chg="add del mod">
          <ac:chgData name="Yee nwe wynn" userId="S::yeenwewynn.y@kkumail.com::dac0ef35-3253-4399-969d-28493c7db7a7" providerId="AD" clId="Web-{7F194A2F-96CD-6578-997A-70977D94E75C}" dt="2026-10-08T15:13:17.983" v="997"/>
          <ac:spMkLst>
            <pc:docMk/>
            <pc:sldMk cId="3942048806" sldId="261"/>
            <ac:spMk id="22" creationId="{B92824C2-EEF4-4CF7-A926-84E62EA48A32}"/>
          </ac:spMkLst>
        </pc:spChg>
        <pc:spChg chg="add del mod">
          <ac:chgData name="Yee nwe wynn" userId="S::yeenwewynn.y@kkumail.com::dac0ef35-3253-4399-969d-28493c7db7a7" providerId="AD" clId="Web-{7F194A2F-96CD-6578-997A-70977D94E75C}" dt="2026-10-08T15:13:40.312" v="1006"/>
          <ac:spMkLst>
            <pc:docMk/>
            <pc:sldMk cId="3942048806" sldId="261"/>
            <ac:spMk id="23" creationId="{073196D8-65A3-800D-54FA-16EE95F28C02}"/>
          </ac:spMkLst>
        </pc:spChg>
        <pc:graphicFrameChg chg="add del mod modGraphic">
          <ac:chgData name="Yee nwe wynn" userId="S::yeenwewynn.y@kkumail.com::dac0ef35-3253-4399-969d-28493c7db7a7" providerId="AD" clId="Web-{7F194A2F-96CD-6578-997A-70977D94E75C}" dt="2026-10-08T14:49:50.966" v="804"/>
          <ac:graphicFrameMkLst>
            <pc:docMk/>
            <pc:sldMk cId="3942048806" sldId="261"/>
            <ac:graphicFrameMk id="5" creationId="{AD417195-91FE-1515-74C1-C0E6A635A19D}"/>
          </ac:graphicFrameMkLst>
        </pc:graphicFrameChg>
        <pc:graphicFrameChg chg="add del mod ord modGraphic">
          <ac:chgData name="Yee nwe wynn" userId="S::yeenwewynn.y@kkumail.com::dac0ef35-3253-4399-969d-28493c7db7a7" providerId="AD" clId="Web-{7F194A2F-96CD-6578-997A-70977D94E75C}" dt="2026-10-08T15:00:52.254" v="807"/>
          <ac:graphicFrameMkLst>
            <pc:docMk/>
            <pc:sldMk cId="3942048806" sldId="261"/>
            <ac:graphicFrameMk id="7" creationId="{6FFD36BF-90F0-E3B6-2A68-CE582868E544}"/>
          </ac:graphicFrameMkLst>
        </pc:graphicFrameChg>
        <pc:graphicFrameChg chg="add del mod ord modGraphic">
          <ac:chgData name="Yee nwe wynn" userId="S::yeenwewynn.y@kkumail.com::dac0ef35-3253-4399-969d-28493c7db7a7" providerId="AD" clId="Web-{7F194A2F-96CD-6578-997A-70977D94E75C}" dt="2026-10-08T15:00:53.848" v="809"/>
          <ac:graphicFrameMkLst>
            <pc:docMk/>
            <pc:sldMk cId="3942048806" sldId="261"/>
            <ac:graphicFrameMk id="9" creationId="{C0657F4D-4862-7FA9-74AD-EA957468CD72}"/>
          </ac:graphicFrameMkLst>
        </pc:graphicFrameChg>
        <pc:graphicFrameChg chg="add del mod">
          <ac:chgData name="Yee nwe wynn" userId="S::yeenwewynn.y@kkumail.com::dac0ef35-3253-4399-969d-28493c7db7a7" providerId="AD" clId="Web-{7F194A2F-96CD-6578-997A-70977D94E75C}" dt="2026-10-08T15:06:48.110" v="860"/>
          <ac:graphicFrameMkLst>
            <pc:docMk/>
            <pc:sldMk cId="3942048806" sldId="261"/>
            <ac:graphicFrameMk id="15" creationId="{E67D0AEA-89E7-5D27-5C24-20F43DF092BA}"/>
          </ac:graphicFrameMkLst>
        </pc:graphicFrameChg>
        <pc:graphicFrameChg chg="add del mod modGraphic">
          <ac:chgData name="Yee nwe wynn" userId="S::yeenwewynn.y@kkumail.com::dac0ef35-3253-4399-969d-28493c7db7a7" providerId="AD" clId="Web-{7F194A2F-96CD-6578-997A-70977D94E75C}" dt="2026-10-08T15:12:29.544" v="980"/>
          <ac:graphicFrameMkLst>
            <pc:docMk/>
            <pc:sldMk cId="3942048806" sldId="261"/>
            <ac:graphicFrameMk id="17" creationId="{0EBBA948-EEFD-96D6-9BB1-9F6982E0F57F}"/>
          </ac:graphicFrameMkLst>
        </pc:graphicFrameChg>
        <pc:graphicFrameChg chg="add del mod modGraphic">
          <ac:chgData name="Yee nwe wynn" userId="S::yeenwewynn.y@kkumail.com::dac0ef35-3253-4399-969d-28493c7db7a7" providerId="AD" clId="Web-{7F194A2F-96CD-6578-997A-70977D94E75C}" dt="2026-10-08T15:12:27.700" v="979"/>
          <ac:graphicFrameMkLst>
            <pc:docMk/>
            <pc:sldMk cId="3942048806" sldId="261"/>
            <ac:graphicFrameMk id="19" creationId="{08F1F19D-CE6D-C0E7-B032-811AD146AB63}"/>
          </ac:graphicFrameMkLst>
        </pc:graphicFrameChg>
        <pc:graphicFrameChg chg="add mod modGraphic">
          <ac:chgData name="Yee nwe wynn" userId="S::yeenwewynn.y@kkumail.com::dac0ef35-3253-4399-969d-28493c7db7a7" providerId="AD" clId="Web-{7F194A2F-96CD-6578-997A-70977D94E75C}" dt="2026-10-08T15:13:40.531" v="1008"/>
          <ac:graphicFrameMkLst>
            <pc:docMk/>
            <pc:sldMk cId="3942048806" sldId="261"/>
            <ac:graphicFrameMk id="21" creationId="{364404DD-F86A-A993-0722-26B1EB9FE743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1E2D28-462C-4504-B8E2-8781C0B71B8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A311C19-25AB-4C7A-A4C3-BA9920ACE90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• </a:t>
          </a:r>
          <a:r>
            <a:rPr lang="en-US" sz="1800"/>
            <a:t>Background: Social media platforms allow customers to share experiences and complaints publicly. Manually monitoring feedback is time-consuming and delays responses to critical complaints.</a:t>
          </a:r>
        </a:p>
      </dgm:t>
    </dgm:pt>
    <dgm:pt modelId="{C9D91050-09EF-4864-A9BD-8811E6877E17}" type="parTrans" cxnId="{7CA1B6BA-F0B1-41DF-BBA0-CD6E5AA45E17}">
      <dgm:prSet/>
      <dgm:spPr/>
      <dgm:t>
        <a:bodyPr/>
        <a:lstStyle/>
        <a:p>
          <a:endParaRPr lang="en-US"/>
        </a:p>
      </dgm:t>
    </dgm:pt>
    <dgm:pt modelId="{3081FE66-2C87-432D-9A87-17C1E000F81E}" type="sibTrans" cxnId="{7CA1B6BA-F0B1-41DF-BBA0-CD6E5AA45E17}">
      <dgm:prSet/>
      <dgm:spPr/>
      <dgm:t>
        <a:bodyPr/>
        <a:lstStyle/>
        <a:p>
          <a:endParaRPr lang="en-US"/>
        </a:p>
      </dgm:t>
    </dgm:pt>
    <dgm:pt modelId="{D0F9BFEC-D7DE-411C-A0B0-3638C8AC36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• Our Solution: A machine learning-based sentiment analysis approach to automatically detect negative feedback.</a:t>
          </a:r>
          <a:endParaRPr lang="en-US" sz="1600">
            <a:latin typeface="Aptos Display" panose="02110004020202020204"/>
          </a:endParaRPr>
        </a:p>
      </dgm:t>
    </dgm:pt>
    <dgm:pt modelId="{F6500F0F-215A-4D6C-8EEF-D944660214CC}" type="parTrans" cxnId="{1B93BD9C-1898-4FA1-BDEE-9E3410CA3288}">
      <dgm:prSet/>
      <dgm:spPr/>
      <dgm:t>
        <a:bodyPr/>
        <a:lstStyle/>
        <a:p>
          <a:endParaRPr lang="en-US"/>
        </a:p>
      </dgm:t>
    </dgm:pt>
    <dgm:pt modelId="{3EE3A4C1-87D2-41CE-B6C8-23A209F3E82F}" type="sibTrans" cxnId="{1B93BD9C-1898-4FA1-BDEE-9E3410CA3288}">
      <dgm:prSet/>
      <dgm:spPr/>
      <dgm:t>
        <a:bodyPr/>
        <a:lstStyle/>
        <a:p>
          <a:endParaRPr lang="en-US"/>
        </a:p>
      </dgm:t>
    </dgm:pt>
    <dgm:pt modelId="{39F71730-D349-436A-A03D-6FF83E594653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latin typeface="Aptos Display" panose="02110004020202020204"/>
              <a:ea typeface="Calibri"/>
              <a:cs typeface="Calibri"/>
            </a:rPr>
            <a:t>•</a:t>
          </a:r>
          <a:r>
            <a:rPr lang="en-US" sz="1600">
              <a:latin typeface="Aptos Display" panose="02110004020202020204"/>
            </a:rPr>
            <a:t> </a:t>
          </a:r>
          <a:r>
            <a:rPr lang="en-US" sz="1600"/>
            <a:t>Project Goal: Evaluate different sentiment analysis models and determine which is most suitable for production deployment.</a:t>
          </a:r>
        </a:p>
      </dgm:t>
    </dgm:pt>
    <dgm:pt modelId="{71B01AA6-9583-471B-9A1E-6D3BEEA46D17}" type="parTrans" cxnId="{A7FEABF7-27BA-485C-B652-BB6ADFD9F1A9}">
      <dgm:prSet/>
      <dgm:spPr/>
    </dgm:pt>
    <dgm:pt modelId="{F8887553-3295-41FD-9620-9761D193A7E5}" type="sibTrans" cxnId="{A7FEABF7-27BA-485C-B652-BB6ADFD9F1A9}">
      <dgm:prSet/>
      <dgm:spPr/>
      <dgm:t>
        <a:bodyPr/>
        <a:lstStyle/>
        <a:p>
          <a:endParaRPr lang="en-US"/>
        </a:p>
      </dgm:t>
    </dgm:pt>
    <dgm:pt modelId="{AE934171-2EC8-4A31-A9B6-DC2E222099DF}" type="pres">
      <dgm:prSet presAssocID="{9A1E2D28-462C-4504-B8E2-8781C0B71B81}" presName="root" presStyleCnt="0">
        <dgm:presLayoutVars>
          <dgm:dir/>
          <dgm:resizeHandles val="exact"/>
        </dgm:presLayoutVars>
      </dgm:prSet>
      <dgm:spPr/>
    </dgm:pt>
    <dgm:pt modelId="{82481472-D06E-413A-91C9-2CC28A61B646}" type="pres">
      <dgm:prSet presAssocID="{DA311C19-25AB-4C7A-A4C3-BA9920ACE90D}" presName="compNode" presStyleCnt="0"/>
      <dgm:spPr/>
    </dgm:pt>
    <dgm:pt modelId="{37326296-0578-4653-AC4B-BCB66103350D}" type="pres">
      <dgm:prSet presAssocID="{DA311C19-25AB-4C7A-A4C3-BA9920ACE90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CBD107A9-AB55-421A-849C-DB1B31833CCD}" type="pres">
      <dgm:prSet presAssocID="{DA311C19-25AB-4C7A-A4C3-BA9920ACE90D}" presName="spaceRect" presStyleCnt="0"/>
      <dgm:spPr/>
    </dgm:pt>
    <dgm:pt modelId="{71DA42B2-F359-4478-8582-70AE27EE6C75}" type="pres">
      <dgm:prSet presAssocID="{DA311C19-25AB-4C7A-A4C3-BA9920ACE90D}" presName="textRect" presStyleLbl="revTx" presStyleIdx="0" presStyleCnt="3">
        <dgm:presLayoutVars>
          <dgm:chMax val="1"/>
          <dgm:chPref val="1"/>
        </dgm:presLayoutVars>
      </dgm:prSet>
      <dgm:spPr/>
    </dgm:pt>
    <dgm:pt modelId="{172E665A-39FE-4CC9-9E9C-A98A05DC0961}" type="pres">
      <dgm:prSet presAssocID="{3081FE66-2C87-432D-9A87-17C1E000F81E}" presName="sibTrans" presStyleCnt="0"/>
      <dgm:spPr/>
    </dgm:pt>
    <dgm:pt modelId="{A0AF43A8-3DC8-4872-9A1B-DF00282A907E}" type="pres">
      <dgm:prSet presAssocID="{D0F9BFEC-D7DE-411C-A0B0-3638C8AC3683}" presName="compNode" presStyleCnt="0"/>
      <dgm:spPr/>
    </dgm:pt>
    <dgm:pt modelId="{60F71411-5CBC-4E77-96FA-E834132B9A72}" type="pres">
      <dgm:prSet presAssocID="{D0F9BFEC-D7DE-411C-A0B0-3638C8AC368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50A7BE1-4EB3-4D9C-8ED8-92C691DDB173}" type="pres">
      <dgm:prSet presAssocID="{D0F9BFEC-D7DE-411C-A0B0-3638C8AC3683}" presName="spaceRect" presStyleCnt="0"/>
      <dgm:spPr/>
    </dgm:pt>
    <dgm:pt modelId="{BF3476F4-EFA8-455C-8608-148D8D8AFB54}" type="pres">
      <dgm:prSet presAssocID="{D0F9BFEC-D7DE-411C-A0B0-3638C8AC3683}" presName="textRect" presStyleLbl="revTx" presStyleIdx="1" presStyleCnt="3">
        <dgm:presLayoutVars>
          <dgm:chMax val="1"/>
          <dgm:chPref val="1"/>
        </dgm:presLayoutVars>
      </dgm:prSet>
      <dgm:spPr/>
    </dgm:pt>
    <dgm:pt modelId="{136F120A-9D81-4FED-AA65-A92B10D93489}" type="pres">
      <dgm:prSet presAssocID="{3EE3A4C1-87D2-41CE-B6C8-23A209F3E82F}" presName="sibTrans" presStyleCnt="0"/>
      <dgm:spPr/>
    </dgm:pt>
    <dgm:pt modelId="{8DBB312D-5E1B-4311-93BF-76C158FB06A7}" type="pres">
      <dgm:prSet presAssocID="{39F71730-D349-436A-A03D-6FF83E594653}" presName="compNode" presStyleCnt="0"/>
      <dgm:spPr/>
    </dgm:pt>
    <dgm:pt modelId="{43B79B1B-9DD4-417D-88A4-3BB3C816E234}" type="pres">
      <dgm:prSet presAssocID="{39F71730-D349-436A-A03D-6FF83E59465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79BF96AB-4820-470C-8E2F-8681697225B0}" type="pres">
      <dgm:prSet presAssocID="{39F71730-D349-436A-A03D-6FF83E594653}" presName="spaceRect" presStyleCnt="0"/>
      <dgm:spPr/>
    </dgm:pt>
    <dgm:pt modelId="{7EF04451-F3EF-4283-A219-8E9CB68B124C}" type="pres">
      <dgm:prSet presAssocID="{39F71730-D349-436A-A03D-6FF83E59465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C20E739-AB07-4D15-92AB-BF424B06B7EB}" type="presOf" srcId="{9A1E2D28-462C-4504-B8E2-8781C0B71B81}" destId="{AE934171-2EC8-4A31-A9B6-DC2E222099DF}" srcOrd="0" destOrd="0" presId="urn:microsoft.com/office/officeart/2018/2/layout/IconLabelList"/>
    <dgm:cxn modelId="{A729485D-9C9A-4013-AB42-E06ED0414BA4}" type="presOf" srcId="{D0F9BFEC-D7DE-411C-A0B0-3638C8AC3683}" destId="{BF3476F4-EFA8-455C-8608-148D8D8AFB54}" srcOrd="0" destOrd="0" presId="urn:microsoft.com/office/officeart/2018/2/layout/IconLabelList"/>
    <dgm:cxn modelId="{1B93BD9C-1898-4FA1-BDEE-9E3410CA3288}" srcId="{9A1E2D28-462C-4504-B8E2-8781C0B71B81}" destId="{D0F9BFEC-D7DE-411C-A0B0-3638C8AC3683}" srcOrd="1" destOrd="0" parTransId="{F6500F0F-215A-4D6C-8EEF-D944660214CC}" sibTransId="{3EE3A4C1-87D2-41CE-B6C8-23A209F3E82F}"/>
    <dgm:cxn modelId="{6E7BB7A3-8A13-4EB2-838A-A8E0A7B2771C}" type="presOf" srcId="{DA311C19-25AB-4C7A-A4C3-BA9920ACE90D}" destId="{71DA42B2-F359-4478-8582-70AE27EE6C75}" srcOrd="0" destOrd="0" presId="urn:microsoft.com/office/officeart/2018/2/layout/IconLabelList"/>
    <dgm:cxn modelId="{F5851EB1-0E27-48FA-BE7E-217614BABB82}" type="presOf" srcId="{39F71730-D349-436A-A03D-6FF83E594653}" destId="{7EF04451-F3EF-4283-A219-8E9CB68B124C}" srcOrd="0" destOrd="0" presId="urn:microsoft.com/office/officeart/2018/2/layout/IconLabelList"/>
    <dgm:cxn modelId="{7CA1B6BA-F0B1-41DF-BBA0-CD6E5AA45E17}" srcId="{9A1E2D28-462C-4504-B8E2-8781C0B71B81}" destId="{DA311C19-25AB-4C7A-A4C3-BA9920ACE90D}" srcOrd="0" destOrd="0" parTransId="{C9D91050-09EF-4864-A9BD-8811E6877E17}" sibTransId="{3081FE66-2C87-432D-9A87-17C1E000F81E}"/>
    <dgm:cxn modelId="{A7FEABF7-27BA-485C-B652-BB6ADFD9F1A9}" srcId="{9A1E2D28-462C-4504-B8E2-8781C0B71B81}" destId="{39F71730-D349-436A-A03D-6FF83E594653}" srcOrd="2" destOrd="0" parTransId="{71B01AA6-9583-471B-9A1E-6D3BEEA46D17}" sibTransId="{F8887553-3295-41FD-9620-9761D193A7E5}"/>
    <dgm:cxn modelId="{B0B9898E-FC4F-448C-B70D-2A820FC7397F}" type="presParOf" srcId="{AE934171-2EC8-4A31-A9B6-DC2E222099DF}" destId="{82481472-D06E-413A-91C9-2CC28A61B646}" srcOrd="0" destOrd="0" presId="urn:microsoft.com/office/officeart/2018/2/layout/IconLabelList"/>
    <dgm:cxn modelId="{76C8A603-80B3-4419-9F83-DFDF733E211B}" type="presParOf" srcId="{82481472-D06E-413A-91C9-2CC28A61B646}" destId="{37326296-0578-4653-AC4B-BCB66103350D}" srcOrd="0" destOrd="0" presId="urn:microsoft.com/office/officeart/2018/2/layout/IconLabelList"/>
    <dgm:cxn modelId="{987C890E-4B04-4E2B-9227-12DB895F910A}" type="presParOf" srcId="{82481472-D06E-413A-91C9-2CC28A61B646}" destId="{CBD107A9-AB55-421A-849C-DB1B31833CCD}" srcOrd="1" destOrd="0" presId="urn:microsoft.com/office/officeart/2018/2/layout/IconLabelList"/>
    <dgm:cxn modelId="{034933F4-3128-4DE5-BB25-862BEFA6772F}" type="presParOf" srcId="{82481472-D06E-413A-91C9-2CC28A61B646}" destId="{71DA42B2-F359-4478-8582-70AE27EE6C75}" srcOrd="2" destOrd="0" presId="urn:microsoft.com/office/officeart/2018/2/layout/IconLabelList"/>
    <dgm:cxn modelId="{960722B1-7318-4B61-8E2A-973B5A9C21AA}" type="presParOf" srcId="{AE934171-2EC8-4A31-A9B6-DC2E222099DF}" destId="{172E665A-39FE-4CC9-9E9C-A98A05DC0961}" srcOrd="1" destOrd="0" presId="urn:microsoft.com/office/officeart/2018/2/layout/IconLabelList"/>
    <dgm:cxn modelId="{3E61A6C2-4D71-48B8-A35A-6E290CA2649A}" type="presParOf" srcId="{AE934171-2EC8-4A31-A9B6-DC2E222099DF}" destId="{A0AF43A8-3DC8-4872-9A1B-DF00282A907E}" srcOrd="2" destOrd="0" presId="urn:microsoft.com/office/officeart/2018/2/layout/IconLabelList"/>
    <dgm:cxn modelId="{731E8F71-C392-4A89-A808-C19B36C57039}" type="presParOf" srcId="{A0AF43A8-3DC8-4872-9A1B-DF00282A907E}" destId="{60F71411-5CBC-4E77-96FA-E834132B9A72}" srcOrd="0" destOrd="0" presId="urn:microsoft.com/office/officeart/2018/2/layout/IconLabelList"/>
    <dgm:cxn modelId="{FAA73D07-95BE-4A06-95A7-45E5A3D9876B}" type="presParOf" srcId="{A0AF43A8-3DC8-4872-9A1B-DF00282A907E}" destId="{E50A7BE1-4EB3-4D9C-8ED8-92C691DDB173}" srcOrd="1" destOrd="0" presId="urn:microsoft.com/office/officeart/2018/2/layout/IconLabelList"/>
    <dgm:cxn modelId="{8834D85D-E154-4965-994B-42F6BC39C4CA}" type="presParOf" srcId="{A0AF43A8-3DC8-4872-9A1B-DF00282A907E}" destId="{BF3476F4-EFA8-455C-8608-148D8D8AFB54}" srcOrd="2" destOrd="0" presId="urn:microsoft.com/office/officeart/2018/2/layout/IconLabelList"/>
    <dgm:cxn modelId="{84E197DF-C501-4192-9D10-332A59FB1A46}" type="presParOf" srcId="{AE934171-2EC8-4A31-A9B6-DC2E222099DF}" destId="{136F120A-9D81-4FED-AA65-A92B10D93489}" srcOrd="3" destOrd="0" presId="urn:microsoft.com/office/officeart/2018/2/layout/IconLabelList"/>
    <dgm:cxn modelId="{5E023383-EEC1-4D6C-B589-2DA485242C1C}" type="presParOf" srcId="{AE934171-2EC8-4A31-A9B6-DC2E222099DF}" destId="{8DBB312D-5E1B-4311-93BF-76C158FB06A7}" srcOrd="4" destOrd="0" presId="urn:microsoft.com/office/officeart/2018/2/layout/IconLabelList"/>
    <dgm:cxn modelId="{68D6603F-79A6-4D1C-89CA-092D2F594DC7}" type="presParOf" srcId="{8DBB312D-5E1B-4311-93BF-76C158FB06A7}" destId="{43B79B1B-9DD4-417D-88A4-3BB3C816E234}" srcOrd="0" destOrd="0" presId="urn:microsoft.com/office/officeart/2018/2/layout/IconLabelList"/>
    <dgm:cxn modelId="{31DC58BA-00A7-45AA-AFD0-82EE9182E5C4}" type="presParOf" srcId="{8DBB312D-5E1B-4311-93BF-76C158FB06A7}" destId="{79BF96AB-4820-470C-8E2F-8681697225B0}" srcOrd="1" destOrd="0" presId="urn:microsoft.com/office/officeart/2018/2/layout/IconLabelList"/>
    <dgm:cxn modelId="{D3FB00D0-BBA3-48AA-B866-BC6CD01974F6}" type="presParOf" srcId="{8DBB312D-5E1B-4311-93BF-76C158FB06A7}" destId="{7EF04451-F3EF-4283-A219-8E9CB68B124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326296-0578-4653-AC4B-BCB66103350D}">
      <dsp:nvSpPr>
        <dsp:cNvPr id="0" name=""/>
        <dsp:cNvSpPr/>
      </dsp:nvSpPr>
      <dsp:spPr>
        <a:xfrm>
          <a:off x="1301531" y="919619"/>
          <a:ext cx="1540382" cy="1540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DA42B2-F359-4478-8582-70AE27EE6C75}">
      <dsp:nvSpPr>
        <dsp:cNvPr id="0" name=""/>
        <dsp:cNvSpPr/>
      </dsp:nvSpPr>
      <dsp:spPr>
        <a:xfrm>
          <a:off x="360186" y="3081345"/>
          <a:ext cx="3423073" cy="19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</a:t>
          </a:r>
          <a:r>
            <a:rPr lang="en-US" sz="1800" kern="1200"/>
            <a:t>Background: Social media platforms allow customers to share experiences and complaints publicly. Manually monitoring feedback is time-consuming and delays responses to critical complaints.</a:t>
          </a:r>
        </a:p>
      </dsp:txBody>
      <dsp:txXfrm>
        <a:off x="360186" y="3081345"/>
        <a:ext cx="3423073" cy="1980000"/>
      </dsp:txXfrm>
    </dsp:sp>
    <dsp:sp modelId="{60F71411-5CBC-4E77-96FA-E834132B9A72}">
      <dsp:nvSpPr>
        <dsp:cNvPr id="0" name=""/>
        <dsp:cNvSpPr/>
      </dsp:nvSpPr>
      <dsp:spPr>
        <a:xfrm>
          <a:off x="5323643" y="919619"/>
          <a:ext cx="1540382" cy="1540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476F4-EFA8-455C-8608-148D8D8AFB54}">
      <dsp:nvSpPr>
        <dsp:cNvPr id="0" name=""/>
        <dsp:cNvSpPr/>
      </dsp:nvSpPr>
      <dsp:spPr>
        <a:xfrm>
          <a:off x="4382297" y="3081345"/>
          <a:ext cx="3423073" cy="19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Our Solution: A machine learning-based sentiment analysis approach to automatically detect negative feedback.</a:t>
          </a:r>
          <a:endParaRPr lang="en-US" sz="2200" kern="1200">
            <a:latin typeface="Aptos Display" panose="02110004020202020204"/>
          </a:endParaRPr>
        </a:p>
      </dsp:txBody>
      <dsp:txXfrm>
        <a:off x="4382297" y="3081345"/>
        <a:ext cx="3423073" cy="1980000"/>
      </dsp:txXfrm>
    </dsp:sp>
    <dsp:sp modelId="{43B79B1B-9DD4-417D-88A4-3BB3C816E234}">
      <dsp:nvSpPr>
        <dsp:cNvPr id="0" name=""/>
        <dsp:cNvSpPr/>
      </dsp:nvSpPr>
      <dsp:spPr>
        <a:xfrm>
          <a:off x="9345754" y="919619"/>
          <a:ext cx="1540382" cy="1540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F04451-F3EF-4283-A219-8E9CB68B124C}">
      <dsp:nvSpPr>
        <dsp:cNvPr id="0" name=""/>
        <dsp:cNvSpPr/>
      </dsp:nvSpPr>
      <dsp:spPr>
        <a:xfrm>
          <a:off x="8404408" y="3081345"/>
          <a:ext cx="3423073" cy="19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Aptos Display" panose="02110004020202020204"/>
              <a:ea typeface="Calibri"/>
              <a:cs typeface="Calibri"/>
            </a:rPr>
            <a:t>•</a:t>
          </a:r>
          <a:r>
            <a:rPr lang="en-US" sz="2200" kern="1200">
              <a:latin typeface="Aptos Display" panose="02110004020202020204"/>
            </a:rPr>
            <a:t> </a:t>
          </a:r>
          <a:r>
            <a:rPr lang="en-US" sz="2200" kern="1200"/>
            <a:t>Project Goal: Evaluate different sentiment analysis models and determine which is most suitable for production deployment.</a:t>
          </a:r>
        </a:p>
      </dsp:txBody>
      <dsp:txXfrm>
        <a:off x="8404408" y="3081345"/>
        <a:ext cx="3423073" cy="198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03D50-776F-1068-E47D-39EAAC0EA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60" y="365125"/>
            <a:ext cx="10556240" cy="1356043"/>
          </a:xfrm>
        </p:spPr>
        <p:txBody>
          <a:bodyPr>
            <a:normAutofit/>
          </a:bodyPr>
          <a:lstStyle/>
          <a:p>
            <a:r>
              <a:rPr lang="en-US" sz="4800" b="1">
                <a:latin typeface="Aptos Display"/>
              </a:rPr>
              <a:t>Customer Complaint Monitoring 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C8E6C-C4D8-8445-4F0B-4A0FF9E36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60" y="1825625"/>
            <a:ext cx="10556240" cy="6937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 b="1">
                <a:solidFill>
                  <a:schemeClr val="tx2">
                    <a:lumMod val="49000"/>
                    <a:lumOff val="51000"/>
                  </a:schemeClr>
                </a:solidFill>
              </a:rPr>
              <a:t>Evaluating Sentiment Analysis Models for Customer Complaint Detection</a:t>
            </a:r>
            <a:endParaRPr lang="en-US" sz="2000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pPr>
              <a:buNone/>
            </a:pPr>
            <a:endParaRPr 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endParaRPr lang="en-US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4CDF74-693E-0C10-DB4C-319C69C40A09}"/>
              </a:ext>
            </a:extLst>
          </p:cNvPr>
          <p:cNvSpPr txBox="1"/>
          <p:nvPr/>
        </p:nvSpPr>
        <p:spPr>
          <a:xfrm>
            <a:off x="802640" y="3429000"/>
            <a:ext cx="1006856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Software Development &amp; Project Management for Data Science and AI</a:t>
            </a:r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  <a:endParaRPr lang="en-US"/>
          </a:p>
          <a:p>
            <a:pPr rtl="0"/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College of Computing, Khon Kaen University</a:t>
            </a:r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r>
              <a:rPr lang="en-US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endParaRPr lang="en-US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Presented by: </a:t>
            </a:r>
            <a:endParaRPr lang="en-US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Yongjun Kim, Yonghun Kim, Yee Nwe Wynn</a:t>
            </a:r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  <a:endParaRPr lang="en-US"/>
          </a:p>
          <a:p>
            <a:pPr rtl="0"/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0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E13EB4-A12C-C870-92CF-2533D7D5A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17" y="684145"/>
            <a:ext cx="10684103" cy="542449"/>
          </a:xfrm>
        </p:spPr>
        <p:txBody>
          <a:bodyPr anchor="ctr">
            <a:normAutofit fontScale="90000"/>
          </a:bodyPr>
          <a:lstStyle/>
          <a:p>
            <a:r>
              <a:rPr lang="en-US" sz="4000" b="1">
                <a:solidFill>
                  <a:srgbClr val="FFFFFF"/>
                </a:solidFill>
                <a:latin typeface="Aptos Display"/>
                <a:ea typeface="Calibri"/>
                <a:cs typeface="Calibri"/>
              </a:rPr>
              <a:t>Project Overview</a:t>
            </a:r>
          </a:p>
          <a:p>
            <a:endParaRPr lang="en-US" sz="4000">
              <a:solidFill>
                <a:srgbClr val="FFFFFF"/>
              </a:solidFill>
              <a:latin typeface="Aptos Display"/>
              <a:ea typeface="Calibri"/>
              <a:cs typeface="Calibri"/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93C7CA7-C2CF-9386-9400-03A51561C8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5601455"/>
              </p:ext>
            </p:extLst>
          </p:nvPr>
        </p:nvGraphicFramePr>
        <p:xfrm>
          <a:off x="3976" y="873059"/>
          <a:ext cx="12187669" cy="5980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750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A180C-F6C5-5FB0-D5DD-A11BB106C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>
                <a:ea typeface="+mj-lt"/>
                <a:cs typeface="+mj-lt"/>
              </a:rPr>
              <a:t>Proposed System Workflow</a:t>
            </a:r>
            <a:endParaRPr lang="en-US" sz="4800" b="1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135B40B-66A8-5175-A613-D2F836FE94C2}"/>
              </a:ext>
            </a:extLst>
          </p:cNvPr>
          <p:cNvSpPr/>
          <p:nvPr/>
        </p:nvSpPr>
        <p:spPr>
          <a:xfrm>
            <a:off x="353370" y="2497990"/>
            <a:ext cx="2286001" cy="132643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9A1468-8606-DDB6-3553-4CF27252A918}"/>
              </a:ext>
            </a:extLst>
          </p:cNvPr>
          <p:cNvSpPr txBox="1"/>
          <p:nvPr/>
        </p:nvSpPr>
        <p:spPr>
          <a:xfrm>
            <a:off x="382077" y="3029117"/>
            <a:ext cx="215552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Customer Tweets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4E49EA2-98F0-79B0-C146-449813FF2770}"/>
              </a:ext>
            </a:extLst>
          </p:cNvPr>
          <p:cNvSpPr/>
          <p:nvPr/>
        </p:nvSpPr>
        <p:spPr>
          <a:xfrm>
            <a:off x="3326150" y="2494614"/>
            <a:ext cx="2453782" cy="13272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F0344F6-068E-DF6B-0B0F-A2E635D95209}"/>
              </a:ext>
            </a:extLst>
          </p:cNvPr>
          <p:cNvSpPr/>
          <p:nvPr/>
        </p:nvSpPr>
        <p:spPr>
          <a:xfrm>
            <a:off x="6409611" y="2504285"/>
            <a:ext cx="2451785" cy="13279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4C06071-3690-6C3C-6743-EDBD1DC0D040}"/>
              </a:ext>
            </a:extLst>
          </p:cNvPr>
          <p:cNvSpPr/>
          <p:nvPr/>
        </p:nvSpPr>
        <p:spPr>
          <a:xfrm>
            <a:off x="9520855" y="2499832"/>
            <a:ext cx="2286462" cy="132413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05B10A-49B8-F1AB-471C-B77BD712163F}"/>
              </a:ext>
            </a:extLst>
          </p:cNvPr>
          <p:cNvSpPr txBox="1"/>
          <p:nvPr/>
        </p:nvSpPr>
        <p:spPr>
          <a:xfrm>
            <a:off x="3409198" y="3029117"/>
            <a:ext cx="2280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Sentiment Analysis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F8C5F3-B8BA-0485-569A-35CA287E75B0}"/>
              </a:ext>
            </a:extLst>
          </p:cNvPr>
          <p:cNvSpPr txBox="1"/>
          <p:nvPr/>
        </p:nvSpPr>
        <p:spPr>
          <a:xfrm>
            <a:off x="6665965" y="2893418"/>
            <a:ext cx="244779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Negative Feedback Detection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A5BED8-B6B2-67FF-38D4-BA00C1267F38}"/>
              </a:ext>
            </a:extLst>
          </p:cNvPr>
          <p:cNvSpPr txBox="1"/>
          <p:nvPr/>
        </p:nvSpPr>
        <p:spPr>
          <a:xfrm>
            <a:off x="9526075" y="3029117"/>
            <a:ext cx="231209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Customer Support</a:t>
            </a: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3F85FCE4-AD33-3EB0-4B98-51DD2728DF1A}"/>
              </a:ext>
            </a:extLst>
          </p:cNvPr>
          <p:cNvSpPr/>
          <p:nvPr/>
        </p:nvSpPr>
        <p:spPr>
          <a:xfrm>
            <a:off x="2750660" y="3025588"/>
            <a:ext cx="448235" cy="2801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4CFC99A4-5637-9554-40CE-849F2973316C}"/>
              </a:ext>
            </a:extLst>
          </p:cNvPr>
          <p:cNvSpPr/>
          <p:nvPr/>
        </p:nvSpPr>
        <p:spPr>
          <a:xfrm>
            <a:off x="5863286" y="3026356"/>
            <a:ext cx="459441" cy="3585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EFD891C7-1334-6308-F2C8-55E98D842AAE}"/>
              </a:ext>
            </a:extLst>
          </p:cNvPr>
          <p:cNvSpPr/>
          <p:nvPr/>
        </p:nvSpPr>
        <p:spPr>
          <a:xfrm>
            <a:off x="8997094" y="3029886"/>
            <a:ext cx="446393" cy="3519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18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51836-3EF1-CBB6-88CA-CA217356A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>
                <a:solidFill>
                  <a:srgbClr val="0F172A"/>
                </a:solidFill>
                <a:latin typeface="Aptos Display"/>
                <a:ea typeface="Calibri"/>
                <a:cs typeface="Calibri"/>
              </a:rPr>
              <a:t>Problem Statement</a:t>
            </a:r>
            <a:endParaRPr lang="en-US" sz="4800" b="1">
              <a:latin typeface="Aptos Display"/>
            </a:endParaRPr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12B3C5-8AC5-9A65-7E3D-A6709D7D3822}"/>
              </a:ext>
            </a:extLst>
          </p:cNvPr>
          <p:cNvSpPr/>
          <p:nvPr/>
        </p:nvSpPr>
        <p:spPr>
          <a:xfrm>
            <a:off x="933465" y="1540579"/>
            <a:ext cx="3302971" cy="31299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459D4D-03EC-A97C-013C-BBFBF3ED83EC}"/>
              </a:ext>
            </a:extLst>
          </p:cNvPr>
          <p:cNvSpPr/>
          <p:nvPr/>
        </p:nvSpPr>
        <p:spPr>
          <a:xfrm>
            <a:off x="4548206" y="1539811"/>
            <a:ext cx="3316020" cy="3129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SG" b="1">
              <a:solidFill>
                <a:srgbClr val="1976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15A3EC-57B7-504A-67F8-6306505E2F86}"/>
              </a:ext>
            </a:extLst>
          </p:cNvPr>
          <p:cNvSpPr/>
          <p:nvPr/>
        </p:nvSpPr>
        <p:spPr>
          <a:xfrm>
            <a:off x="8181982" y="1540579"/>
            <a:ext cx="3178170" cy="3120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65D3F6-9B69-BBB2-D644-7F24CFA4D12C}"/>
              </a:ext>
            </a:extLst>
          </p:cNvPr>
          <p:cNvSpPr txBox="1"/>
          <p:nvPr/>
        </p:nvSpPr>
        <p:spPr>
          <a:xfrm>
            <a:off x="1011904" y="1950131"/>
            <a:ext cx="3228060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b="1">
              <a:solidFill>
                <a:srgbClr val="1976D2"/>
              </a:solidFill>
              <a:latin typeface="Calibri"/>
              <a:ea typeface="Calibri"/>
              <a:cs typeface="Calibri"/>
            </a:endParaRPr>
          </a:p>
          <a:p>
            <a:r>
              <a:rPr lang="en-US" sz="2000" b="1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1. Large Volume of Feedback</a:t>
            </a:r>
            <a:endParaRPr lang="en-US" sz="2000">
              <a:solidFill>
                <a:schemeClr val="tx2">
                  <a:lumMod val="49000"/>
                  <a:lumOff val="51000"/>
                </a:schemeClr>
              </a:solidFill>
              <a:latin typeface="Calibri"/>
              <a:ea typeface="Calibri"/>
              <a:cs typeface="Calibri"/>
            </a:endParaRPr>
          </a:p>
          <a:p>
            <a:endParaRPr lang="en-US" sz="200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  <a:p>
            <a:r>
              <a:rPr lang="en-US" sz="20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Customers continuously post feedback on social media, making manual monitoring impossible at scale.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algn="l"/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7540A6-1E28-7710-6CA7-4ED46148E0D6}"/>
              </a:ext>
            </a:extLst>
          </p:cNvPr>
          <p:cNvSpPr txBox="1"/>
          <p:nvPr/>
        </p:nvSpPr>
        <p:spPr>
          <a:xfrm>
            <a:off x="4686820" y="2218151"/>
            <a:ext cx="3173262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rtl="0"/>
            <a:r>
              <a:rPr lang="en-SG" sz="2000" b="1" kern="1200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+mn-ea"/>
                <a:cs typeface="+mn-cs"/>
              </a:rPr>
              <a:t>2. Identifying Complaints</a:t>
            </a:r>
            <a:endParaRPr lang="en-SG" sz="2000" b="1" kern="1200">
              <a:solidFill>
                <a:schemeClr val="tx2">
                  <a:lumMod val="49000"/>
                  <a:lumOff val="51000"/>
                </a:schemeClr>
              </a:solidFill>
              <a:latin typeface="Calibri"/>
              <a:ea typeface="Calibri"/>
              <a:cs typeface="Calibri"/>
            </a:endParaRPr>
          </a:p>
          <a:p>
            <a:endParaRPr lang="en-SG" sz="2000" b="1">
              <a:solidFill>
                <a:srgbClr val="1976D2"/>
              </a:solidFill>
              <a:latin typeface="Calibri"/>
              <a:ea typeface="Calibri"/>
              <a:cs typeface="Calibri"/>
            </a:endParaRPr>
          </a:p>
          <a:p>
            <a:pPr marL="0" algn="l" rtl="0"/>
            <a:r>
              <a:rPr lang="en-SG" sz="2000" kern="1200">
                <a:solidFill>
                  <a:srgbClr val="334155"/>
                </a:solidFill>
                <a:latin typeface="Calibri"/>
                <a:ea typeface="+mn-ea"/>
                <a:cs typeface="+mn-cs"/>
              </a:rPr>
              <a:t>Complaints contain informal language, sarcasm, emojis, and indirect expressions.</a:t>
            </a:r>
            <a:endParaRPr lang="en-SG" sz="2000" kern="120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  <a:p>
            <a:endParaRPr lang="en-US" sz="2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F05D02-BA03-B72B-1A52-42C3F6EEC1EF}"/>
              </a:ext>
            </a:extLst>
          </p:cNvPr>
          <p:cNvSpPr txBox="1"/>
          <p:nvPr/>
        </p:nvSpPr>
        <p:spPr>
          <a:xfrm>
            <a:off x="8295422" y="2214159"/>
            <a:ext cx="3064270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3. Model Differences</a:t>
            </a:r>
          </a:p>
          <a:p>
            <a:endParaRPr lang="en-US" sz="2000" b="1">
              <a:solidFill>
                <a:srgbClr val="1976D2"/>
              </a:solidFill>
              <a:latin typeface="Calibri"/>
              <a:ea typeface="Calibri"/>
              <a:cs typeface="Calibri"/>
            </a:endParaRPr>
          </a:p>
          <a:p>
            <a:r>
              <a:rPr lang="en-US" sz="20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Different sentiment models perform inconsistently when detecting negative feedback.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algn="l"/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FBDA7E-B1F5-E41D-0B22-9784D1F0E850}"/>
              </a:ext>
            </a:extLst>
          </p:cNvPr>
          <p:cNvSpPr txBox="1"/>
          <p:nvPr/>
        </p:nvSpPr>
        <p:spPr>
          <a:xfrm>
            <a:off x="974912" y="5053853"/>
            <a:ext cx="10387852" cy="1631216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Key Research Question:</a:t>
            </a:r>
            <a:endParaRPr lang="en-US" sz="2000">
              <a:solidFill>
                <a:schemeClr val="tx2">
                  <a:lumMod val="49000"/>
                  <a:lumOff val="51000"/>
                </a:schemeClr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 sz="2000">
              <a:solidFill>
                <a:schemeClr val="tx2">
                  <a:lumMod val="49000"/>
                  <a:lumOff val="51000"/>
                </a:schemeClr>
              </a:solidFill>
              <a:latin typeface="Calibri"/>
              <a:ea typeface="Calibri"/>
              <a:cs typeface="Calibri"/>
            </a:endParaRPr>
          </a:p>
          <a:p>
            <a:r>
              <a:rPr lang="en-US" sz="2000">
                <a:latin typeface="Calibri"/>
                <a:ea typeface="Calibri"/>
                <a:cs typeface="Calibri"/>
              </a:rPr>
              <a:t>Which sentiment analysis model can identify customer complaints most effectively while meeting our deployment criteria?</a:t>
            </a:r>
          </a:p>
          <a:p>
            <a:pPr algn="l"/>
            <a:endParaRPr lang="en-US" sz="20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4155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C0318-318D-9373-F993-960851803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>
                <a:solidFill>
                  <a:srgbClr val="0F172A"/>
                </a:solidFill>
                <a:latin typeface="Aptos Display"/>
                <a:ea typeface="Calibri"/>
                <a:cs typeface="Calibri"/>
              </a:rPr>
              <a:t>Project Objectives</a:t>
            </a:r>
            <a:endParaRPr lang="en-US" sz="4800" b="1">
              <a:latin typeface="Aptos Display"/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15CDA-9216-E381-31FC-D0FAAD4BC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228"/>
            <a:ext cx="10004121" cy="493588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Explore and preprocess the </a:t>
            </a:r>
            <a:r>
              <a:rPr lang="en-US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TweetEval</a:t>
            </a:r>
            <a:r>
              <a:rPr lang="en-US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 sentiment benchmark dataset.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Evaluate baseline, production, and candidate sentiment analysis models.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Compare model performance using suitable evaluation metrics.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Analyze prediction errors and model behavior across data characteristics.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Track experiments and results using Weights &amp; Biases (W&amp;B).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Recommend the most suitable model based on predefined deployment criteria.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5901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8BEB9-3C16-E02B-A0B5-022C9E581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365125"/>
            <a:ext cx="10647680" cy="1356043"/>
          </a:xfrm>
        </p:spPr>
        <p:txBody>
          <a:bodyPr/>
          <a:lstStyle/>
          <a:p>
            <a:r>
              <a:rPr lang="en-US" sz="4800" b="1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TweetEval</a:t>
            </a:r>
            <a:r>
              <a:rPr lang="en-US" sz="4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 Sentiment Dataset</a:t>
            </a:r>
            <a:endParaRPr lang="en-US" sz="4800"/>
          </a:p>
          <a:p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64404DD-F86A-A993-0722-26B1EB9FE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438700"/>
              </p:ext>
            </p:extLst>
          </p:nvPr>
        </p:nvGraphicFramePr>
        <p:xfrm>
          <a:off x="699369" y="3074443"/>
          <a:ext cx="10579020" cy="19812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115804">
                  <a:extLst>
                    <a:ext uri="{9D8B030D-6E8A-4147-A177-3AD203B41FA5}">
                      <a16:colId xmlns:a16="http://schemas.microsoft.com/office/drawing/2014/main" val="630749679"/>
                    </a:ext>
                  </a:extLst>
                </a:gridCol>
                <a:gridCol w="2115804">
                  <a:extLst>
                    <a:ext uri="{9D8B030D-6E8A-4147-A177-3AD203B41FA5}">
                      <a16:colId xmlns:a16="http://schemas.microsoft.com/office/drawing/2014/main" val="4217479310"/>
                    </a:ext>
                  </a:extLst>
                </a:gridCol>
                <a:gridCol w="2115804">
                  <a:extLst>
                    <a:ext uri="{9D8B030D-6E8A-4147-A177-3AD203B41FA5}">
                      <a16:colId xmlns:a16="http://schemas.microsoft.com/office/drawing/2014/main" val="1034708676"/>
                    </a:ext>
                  </a:extLst>
                </a:gridCol>
                <a:gridCol w="2115804">
                  <a:extLst>
                    <a:ext uri="{9D8B030D-6E8A-4147-A177-3AD203B41FA5}">
                      <a16:colId xmlns:a16="http://schemas.microsoft.com/office/drawing/2014/main" val="3006975224"/>
                    </a:ext>
                  </a:extLst>
                </a:gridCol>
                <a:gridCol w="2115804">
                  <a:extLst>
                    <a:ext uri="{9D8B030D-6E8A-4147-A177-3AD203B41FA5}">
                      <a16:colId xmlns:a16="http://schemas.microsoft.com/office/drawing/2014/main" val="2176292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ri"/>
                          <a:ea typeface="Calibri"/>
                          <a:cs typeface="Calibri"/>
                        </a:rPr>
                        <a:t>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 b="1">
                          <a:latin typeface="Calibri"/>
                          <a:ea typeface="Calibri"/>
                          <a:cs typeface="Calibri"/>
                        </a:rPr>
                        <a:t>Tweets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 b="1" i="0">
                          <a:latin typeface="Calibri"/>
                          <a:ea typeface="Calibri"/>
                          <a:cs typeface="Calibri"/>
                        </a:rPr>
                        <a:t>Negative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 b="1">
                          <a:latin typeface="Calibri"/>
                          <a:ea typeface="Calibri"/>
                          <a:cs typeface="Calibri"/>
                        </a:rPr>
                        <a:t>Neutral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 b="1">
                          <a:latin typeface="Calibri"/>
                          <a:ea typeface="Calibri"/>
                          <a:cs typeface="Calibri"/>
                        </a:rPr>
                        <a:t>Positive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8527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45,615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15.55%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45.32%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39.13%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6480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15.60%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43.45%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40.95%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9383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12,284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32.33%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48.33%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19.33%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066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59,899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117214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FD54CB8-15C7-2E1B-537A-3CF532C8D42E}"/>
              </a:ext>
            </a:extLst>
          </p:cNvPr>
          <p:cNvSpPr txBox="1"/>
          <p:nvPr/>
        </p:nvSpPr>
        <p:spPr>
          <a:xfrm>
            <a:off x="701040" y="1468120"/>
            <a:ext cx="1065784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Dataset Description</a:t>
            </a:r>
            <a:endParaRPr lang="en-US">
              <a:solidFill>
                <a:schemeClr val="tx2">
                  <a:lumMod val="49000"/>
                  <a:lumOff val="51000"/>
                </a:schemeClr>
              </a:solidFill>
              <a:ea typeface="+mn-lt"/>
              <a:cs typeface="+mn-lt"/>
            </a:endParaRPr>
          </a:p>
          <a:p>
            <a:endParaRPr lang="en-US" sz="2000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The project uses the English sentiment subset of </a:t>
            </a:r>
            <a:r>
              <a:rPr lang="en-US" err="1">
                <a:latin typeface="Calibri"/>
                <a:ea typeface="Calibri"/>
                <a:cs typeface="Calibri"/>
              </a:rPr>
              <a:t>TweetEval</a:t>
            </a:r>
            <a:r>
              <a:rPr lang="en-US">
                <a:latin typeface="Calibri"/>
                <a:ea typeface="Calibri"/>
                <a:cs typeface="Calibri"/>
              </a:rPr>
              <a:t> with its official training, validation, and test splits.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F146B-4A23-6635-E3C7-86C71625C3C4}"/>
              </a:ext>
            </a:extLst>
          </p:cNvPr>
          <p:cNvSpPr txBox="1"/>
          <p:nvPr/>
        </p:nvSpPr>
        <p:spPr>
          <a:xfrm>
            <a:off x="701040" y="5389880"/>
            <a:ext cx="922528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2">
                    <a:lumMod val="49000"/>
                    <a:lumOff val="51000"/>
                  </a:schemeClr>
                </a:solidFill>
              </a:rPr>
              <a:t>Key Observations</a:t>
            </a:r>
          </a:p>
          <a:p>
            <a:endParaRPr lang="en-US" b="1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Neutral is the largest sentiment class across all splits.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The test set contains a higher proportion of negative tweets than the training set.</a:t>
            </a:r>
          </a:p>
        </p:txBody>
      </p:sp>
    </p:spTree>
    <p:extLst>
      <p:ext uri="{BB962C8B-B14F-4D97-AF65-F5344CB8AC3E}">
        <p14:creationId xmlns:p14="http://schemas.microsoft.com/office/powerpoint/2010/main" val="3942048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2DF03-DE9C-BA0B-D4C4-A64CB2B8E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>
                <a:ea typeface="+mj-lt"/>
                <a:cs typeface="+mj-lt"/>
              </a:rPr>
              <a:t>Exploratory Data Analysis (EDA)</a:t>
            </a:r>
            <a:endParaRPr lang="en-US" sz="4800" b="1"/>
          </a:p>
        </p:txBody>
      </p:sp>
      <p:pic>
        <p:nvPicPr>
          <p:cNvPr id="4" name="Content Placeholder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6E174F49-8F85-70F7-63CD-5B1F9EDD50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478" y="1548754"/>
            <a:ext cx="6594374" cy="47366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986F91-BC38-D25C-9A83-09EFBCA63FDC}"/>
              </a:ext>
            </a:extLst>
          </p:cNvPr>
          <p:cNvSpPr txBox="1"/>
          <p:nvPr/>
        </p:nvSpPr>
        <p:spPr>
          <a:xfrm>
            <a:off x="7109326" y="1713030"/>
            <a:ext cx="4677343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Implications for Model Evaluation</a:t>
            </a:r>
          </a:p>
          <a:p>
            <a:endParaRPr lang="en-US" sz="2000" b="1">
              <a:latin typeface="Calibri"/>
              <a:ea typeface="Calibri"/>
              <a:cs typeface="Calibri"/>
            </a:endParaRPr>
          </a:p>
          <a:p>
            <a:r>
              <a:rPr lang="en-US" sz="2000" b="1">
                <a:latin typeface="Calibri"/>
                <a:ea typeface="Calibri"/>
                <a:cs typeface="Calibri"/>
              </a:rPr>
              <a:t>Class Imbalance: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</a:p>
          <a:p>
            <a:r>
              <a:rPr lang="en-US" sz="2000">
                <a:latin typeface="Calibri"/>
                <a:ea typeface="Calibri"/>
                <a:cs typeface="Calibri"/>
              </a:rPr>
              <a:t>Models may perform better on majority classes.</a:t>
            </a:r>
          </a:p>
          <a:p>
            <a:endParaRPr lang="en-US" sz="2000">
              <a:latin typeface="Calibri"/>
              <a:ea typeface="Calibri"/>
              <a:cs typeface="Calibri"/>
            </a:endParaRPr>
          </a:p>
          <a:p>
            <a:r>
              <a:rPr lang="en-US" sz="2000" b="1">
                <a:latin typeface="Calibri"/>
                <a:ea typeface="Calibri"/>
                <a:cs typeface="Calibri"/>
              </a:rPr>
              <a:t>Negative Recall:</a:t>
            </a:r>
          </a:p>
          <a:p>
            <a:r>
              <a:rPr lang="en-US" sz="2000">
                <a:latin typeface="Calibri"/>
                <a:ea typeface="Calibri"/>
                <a:cs typeface="Calibri"/>
              </a:rPr>
              <a:t>Important for detecting customer complaints without missing negative tweets.</a:t>
            </a:r>
          </a:p>
          <a:p>
            <a:endParaRPr lang="en-US" sz="2000">
              <a:latin typeface="Calibri"/>
              <a:ea typeface="Calibri"/>
              <a:cs typeface="Calibri"/>
            </a:endParaRPr>
          </a:p>
          <a:p>
            <a:r>
              <a:rPr lang="en-US" sz="2000" b="1">
                <a:latin typeface="Calibri"/>
                <a:ea typeface="Calibri"/>
                <a:cs typeface="Calibri"/>
              </a:rPr>
              <a:t>Macro F1:</a:t>
            </a:r>
          </a:p>
          <a:p>
            <a:r>
              <a:rPr lang="en-US" sz="2000">
                <a:latin typeface="Calibri"/>
                <a:ea typeface="Calibri"/>
                <a:cs typeface="Calibri"/>
              </a:rPr>
              <a:t>Evaluates performance across all three sentiment classes equally.</a:t>
            </a:r>
          </a:p>
          <a:p>
            <a:endParaRPr lang="en-US" sz="2000" b="1">
              <a:latin typeface="Calibri"/>
              <a:ea typeface="Calibri"/>
              <a:cs typeface="Calibri"/>
            </a:endParaRPr>
          </a:p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79632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BB000-9F08-827B-A633-1A9181BC8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>
                <a:latin typeface="Aptos Display"/>
                <a:ea typeface="Calibri"/>
                <a:cs typeface="Calibri"/>
              </a:rPr>
              <a:t>Data Preparation and Preprocessing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0B4274-8B99-033C-B89F-F732E12C95AF}"/>
              </a:ext>
            </a:extLst>
          </p:cNvPr>
          <p:cNvSpPr txBox="1"/>
          <p:nvPr/>
        </p:nvSpPr>
        <p:spPr>
          <a:xfrm>
            <a:off x="853440" y="1397000"/>
            <a:ext cx="954024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0" i="0" u="none" strike="noStrike" baseline="0">
                <a:latin typeface="Calibri"/>
                <a:ea typeface="Calibri"/>
                <a:cs typeface="Calibri"/>
              </a:rPr>
              <a:t>Before model evaluation, we prepared the </a:t>
            </a:r>
            <a:r>
              <a:rPr lang="en-US" sz="2000" b="0" i="0" u="none" strike="noStrike" baseline="0" err="1">
                <a:latin typeface="Calibri"/>
                <a:ea typeface="Calibri"/>
                <a:cs typeface="Calibri"/>
              </a:rPr>
              <a:t>TweetEval</a:t>
            </a:r>
            <a:r>
              <a:rPr lang="en-US" sz="2000" b="0" i="0" u="none" strike="noStrike" baseline="0">
                <a:latin typeface="Calibri"/>
                <a:ea typeface="Calibri"/>
                <a:cs typeface="Calibri"/>
              </a:rPr>
              <a:t> dataset for sentiment classification.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98E0E1-BB3F-8C8D-282D-A76C1B8F8358}"/>
              </a:ext>
            </a:extLst>
          </p:cNvPr>
          <p:cNvSpPr/>
          <p:nvPr/>
        </p:nvSpPr>
        <p:spPr>
          <a:xfrm>
            <a:off x="961991" y="1970505"/>
            <a:ext cx="4854875" cy="5347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Load </a:t>
            </a:r>
            <a:r>
              <a:rPr lang="en-US" sz="200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TweetEval</a:t>
            </a: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Dataset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42B5D7-5179-E6FC-B584-8BCF6B660538}"/>
              </a:ext>
            </a:extLst>
          </p:cNvPr>
          <p:cNvSpPr/>
          <p:nvPr/>
        </p:nvSpPr>
        <p:spPr>
          <a:xfrm>
            <a:off x="941670" y="2895064"/>
            <a:ext cx="4895515" cy="5347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Select Sentiment Task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358CA0-458D-65D6-A323-B3A9EB31A503}"/>
              </a:ext>
            </a:extLst>
          </p:cNvPr>
          <p:cNvSpPr/>
          <p:nvPr/>
        </p:nvSpPr>
        <p:spPr>
          <a:xfrm>
            <a:off x="941670" y="3829783"/>
            <a:ext cx="4895515" cy="5347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Prepare Text and Labels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4EBEDF-CA8E-7654-DFC7-8DC721C5EFEE}"/>
              </a:ext>
            </a:extLst>
          </p:cNvPr>
          <p:cNvSpPr/>
          <p:nvPr/>
        </p:nvSpPr>
        <p:spPr>
          <a:xfrm>
            <a:off x="972150" y="4734023"/>
            <a:ext cx="4895515" cy="5347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Tokenize Tweet 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168E3-B3F0-963C-0441-5F4C35C94D36}"/>
              </a:ext>
            </a:extLst>
          </p:cNvPr>
          <p:cNvSpPr/>
          <p:nvPr/>
        </p:nvSpPr>
        <p:spPr>
          <a:xfrm>
            <a:off x="972150" y="5689063"/>
            <a:ext cx="4895515" cy="5347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Model Input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94E44115-C3B0-FA9C-2A70-754F80636C4E}"/>
              </a:ext>
            </a:extLst>
          </p:cNvPr>
          <p:cNvSpPr/>
          <p:nvPr/>
        </p:nvSpPr>
        <p:spPr>
          <a:xfrm>
            <a:off x="3114307" y="2621814"/>
            <a:ext cx="274319" cy="271111"/>
          </a:xfrm>
          <a:prstGeom prst="downArrow">
            <a:avLst/>
          </a:prstGeom>
          <a:ln>
            <a:solidFill>
              <a:srgbClr val="F5F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61DFD6-2821-09C8-7739-680E1A928BD3}"/>
              </a:ext>
            </a:extLst>
          </p:cNvPr>
          <p:cNvSpPr txBox="1"/>
          <p:nvPr/>
        </p:nvSpPr>
        <p:spPr>
          <a:xfrm>
            <a:off x="6939280" y="2038162"/>
            <a:ext cx="4429760" cy="39087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Preprocessing Steps</a:t>
            </a:r>
          </a:p>
          <a:p>
            <a:endParaRPr lang="en-US" sz="2400" b="1">
              <a:solidFill>
                <a:schemeClr val="tx2">
                  <a:lumMod val="76000"/>
                  <a:lumOff val="24000"/>
                </a:schemeClr>
              </a:solidFill>
              <a:latin typeface="Calibri"/>
              <a:ea typeface="Calibri"/>
              <a:cs typeface="Calibri"/>
            </a:endParaRPr>
          </a:p>
          <a:p>
            <a:r>
              <a:rPr lang="en-US" sz="2000" b="1">
                <a:latin typeface="Calibri"/>
                <a:ea typeface="Calibri"/>
                <a:cs typeface="Calibri"/>
              </a:rPr>
              <a:t>Dataset Loading:</a:t>
            </a:r>
          </a:p>
          <a:p>
            <a:r>
              <a:rPr lang="en-US" sz="2000">
                <a:latin typeface="Calibri"/>
                <a:ea typeface="Calibri"/>
                <a:cs typeface="Calibri"/>
              </a:rPr>
              <a:t>Load official </a:t>
            </a:r>
            <a:r>
              <a:rPr lang="en-US" sz="2000" err="1">
                <a:latin typeface="Calibri"/>
                <a:ea typeface="Calibri"/>
                <a:cs typeface="Calibri"/>
              </a:rPr>
              <a:t>TweetEval</a:t>
            </a:r>
            <a:r>
              <a:rPr lang="en-US" sz="2000">
                <a:latin typeface="Calibri"/>
                <a:ea typeface="Calibri"/>
                <a:cs typeface="Calibri"/>
              </a:rPr>
              <a:t> sentiment splits.</a:t>
            </a:r>
          </a:p>
          <a:p>
            <a:endParaRPr lang="en-US" sz="2000">
              <a:latin typeface="Calibri"/>
              <a:ea typeface="Calibri"/>
              <a:cs typeface="Calibri"/>
            </a:endParaRPr>
          </a:p>
          <a:p>
            <a:r>
              <a:rPr lang="en-US" sz="2000" b="1">
                <a:latin typeface="Calibri"/>
                <a:ea typeface="Calibri"/>
                <a:cs typeface="Calibri"/>
              </a:rPr>
              <a:t>Text Preparation: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</a:p>
          <a:p>
            <a:r>
              <a:rPr lang="en-US" sz="2000">
                <a:latin typeface="Calibri"/>
                <a:ea typeface="Calibri"/>
                <a:cs typeface="Calibri"/>
              </a:rPr>
              <a:t>Prepare tweet text and sentiment labels.</a:t>
            </a:r>
          </a:p>
          <a:p>
            <a:endParaRPr lang="en-US" sz="2000">
              <a:latin typeface="Calibri"/>
              <a:ea typeface="Calibri"/>
              <a:cs typeface="Calibri"/>
            </a:endParaRPr>
          </a:p>
          <a:p>
            <a:r>
              <a:rPr lang="en-US" sz="2000" b="1">
                <a:latin typeface="Calibri"/>
                <a:ea typeface="Calibri"/>
                <a:cs typeface="Calibri"/>
              </a:rPr>
              <a:t>Tokenization:</a:t>
            </a:r>
            <a:endParaRPr lang="en-US" sz="2000">
              <a:latin typeface="Calibri"/>
              <a:ea typeface="Calibri"/>
              <a:cs typeface="Calibri"/>
            </a:endParaRPr>
          </a:p>
          <a:p>
            <a:r>
              <a:rPr lang="en-US" sz="2000">
                <a:latin typeface="Calibri"/>
                <a:ea typeface="Calibri"/>
                <a:cs typeface="Calibri"/>
              </a:rPr>
              <a:t>Convert text into model-compatible inputs.</a:t>
            </a:r>
          </a:p>
          <a:p>
            <a:pPr algn="ctr"/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F99FA2EF-CDC5-42FA-2FAA-4A5F67F2E491}"/>
              </a:ext>
            </a:extLst>
          </p:cNvPr>
          <p:cNvSpPr/>
          <p:nvPr/>
        </p:nvSpPr>
        <p:spPr>
          <a:xfrm>
            <a:off x="3114307" y="3556534"/>
            <a:ext cx="274319" cy="271111"/>
          </a:xfrm>
          <a:prstGeom prst="downArrow">
            <a:avLst/>
          </a:prstGeom>
          <a:ln>
            <a:solidFill>
              <a:srgbClr val="F5F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0A15D3B0-2D79-8A8C-AA62-0057125D8C22}"/>
              </a:ext>
            </a:extLst>
          </p:cNvPr>
          <p:cNvSpPr/>
          <p:nvPr/>
        </p:nvSpPr>
        <p:spPr>
          <a:xfrm>
            <a:off x="3114307" y="4460774"/>
            <a:ext cx="274319" cy="271111"/>
          </a:xfrm>
          <a:prstGeom prst="downArrow">
            <a:avLst/>
          </a:prstGeom>
          <a:ln>
            <a:solidFill>
              <a:srgbClr val="F5F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38B104C3-A421-9F1B-3B01-894907039C0E}"/>
              </a:ext>
            </a:extLst>
          </p:cNvPr>
          <p:cNvSpPr/>
          <p:nvPr/>
        </p:nvSpPr>
        <p:spPr>
          <a:xfrm>
            <a:off x="3114307" y="5415814"/>
            <a:ext cx="274319" cy="271111"/>
          </a:xfrm>
          <a:prstGeom prst="downArrow">
            <a:avLst/>
          </a:prstGeom>
          <a:ln>
            <a:solidFill>
              <a:srgbClr val="F5F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785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4E211-DE4A-2D9F-D5FF-1BBA4DAC0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365125"/>
            <a:ext cx="10779760" cy="1345883"/>
          </a:xfrm>
        </p:spPr>
        <p:txBody>
          <a:bodyPr/>
          <a:lstStyle/>
          <a:p>
            <a:r>
              <a:rPr lang="en-US" sz="4800" b="1">
                <a:ea typeface="+mj-lt"/>
                <a:cs typeface="+mj-lt"/>
              </a:rPr>
              <a:t>Models Evaluated</a:t>
            </a:r>
            <a:endParaRPr lang="en-US" sz="4800" b="1"/>
          </a:p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A641EA-BD8C-106C-21C6-000C0E90D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200575"/>
              </p:ext>
            </p:extLst>
          </p:nvPr>
        </p:nvGraphicFramePr>
        <p:xfrm>
          <a:off x="589280" y="1935480"/>
          <a:ext cx="11069058" cy="22860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689686">
                  <a:extLst>
                    <a:ext uri="{9D8B030D-6E8A-4147-A177-3AD203B41FA5}">
                      <a16:colId xmlns:a16="http://schemas.microsoft.com/office/drawing/2014/main" val="680989630"/>
                    </a:ext>
                  </a:extLst>
                </a:gridCol>
                <a:gridCol w="3689686">
                  <a:extLst>
                    <a:ext uri="{9D8B030D-6E8A-4147-A177-3AD203B41FA5}">
                      <a16:colId xmlns:a16="http://schemas.microsoft.com/office/drawing/2014/main" val="1389907180"/>
                    </a:ext>
                  </a:extLst>
                </a:gridCol>
                <a:gridCol w="3689686">
                  <a:extLst>
                    <a:ext uri="{9D8B030D-6E8A-4147-A177-3AD203B41FA5}">
                      <a16:colId xmlns:a16="http://schemas.microsoft.com/office/drawing/2014/main" val="9532161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ri"/>
                          <a:ea typeface="Calibri"/>
                          <a:cs typeface="Calibri"/>
                        </a:rPr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ri"/>
                          <a:ea typeface="Calibri"/>
                          <a:cs typeface="Calibri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005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Twitter-</a:t>
                      </a:r>
                      <a:r>
                        <a:rPr lang="en-US" sz="2000" err="1">
                          <a:latin typeface="Calibri"/>
                          <a:ea typeface="Calibri"/>
                          <a:cs typeface="Calibri"/>
                        </a:rPr>
                        <a:t>RoBERTa</a:t>
                      </a:r>
                      <a:r>
                        <a:rPr lang="en-US" sz="2000" b="0" i="0" u="none" strike="noStrike" noProof="0" err="1"/>
                        <a:t>Evaluation</a:t>
                      </a:r>
                      <a:r>
                        <a:rPr lang="en-US" sz="2000" b="0" i="0" u="none" strike="noStrike" noProof="0"/>
                        <a:t> Goal</a:t>
                      </a:r>
                      <a:endParaRPr lang="en-US" sz="20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Reference for performance comparison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267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GPT-2 Fine-tuned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Production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Existing model being evaluated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3005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err="1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BERTweet</a:t>
                      </a:r>
                      <a:endParaRPr lang="en-US"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Candidate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Evaluate potential improvement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7972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err="1">
                          <a:solidFill>
                            <a:srgbClr val="1F2328"/>
                          </a:solidFill>
                          <a:highlight>
                            <a:srgbClr val="F6F8FA"/>
                          </a:highlight>
                          <a:latin typeface="Calibri"/>
                          <a:ea typeface="Calibri"/>
                          <a:cs typeface="Calibri"/>
                        </a:rPr>
                        <a:t>DistilBERT</a:t>
                      </a:r>
                      <a:endParaRPr lang="en-US"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Candidate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</a:rPr>
                        <a:t>Evaluate potential improvement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765329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2466B7-1873-E78B-DF45-CD14C7241CDF}"/>
              </a:ext>
            </a:extLst>
          </p:cNvPr>
          <p:cNvSpPr txBox="1"/>
          <p:nvPr/>
        </p:nvSpPr>
        <p:spPr>
          <a:xfrm>
            <a:off x="589280" y="4820920"/>
            <a:ext cx="11064240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Evaluation Goal</a:t>
            </a:r>
          </a:p>
          <a:p>
            <a:endParaRPr lang="en-US" sz="2000">
              <a:latin typeface="Calibri"/>
              <a:ea typeface="Calibri"/>
              <a:cs typeface="Calibri"/>
            </a:endParaRPr>
          </a:p>
          <a:p>
            <a:r>
              <a:rPr lang="en-US" sz="2000">
                <a:latin typeface="Calibri"/>
                <a:ea typeface="Calibri"/>
                <a:cs typeface="Calibri"/>
              </a:rPr>
              <a:t>Compare the baseline, production, and candidate models to determine which model is most suitable for customer complaint monitoring.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213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DDC4E-CDF4-63B8-552A-31B763026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/>
              <a:t>Model Evaluation Pipeline</a:t>
            </a:r>
          </a:p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1AF2AA-4C97-09D8-3D3F-32F645D829CB}"/>
              </a:ext>
            </a:extLst>
          </p:cNvPr>
          <p:cNvSpPr/>
          <p:nvPr/>
        </p:nvSpPr>
        <p:spPr>
          <a:xfrm>
            <a:off x="1073751" y="1686025"/>
            <a:ext cx="4854875" cy="5347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Load the official test split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69D73A-1F1C-FA30-0F2F-21B7E0EB8165}"/>
              </a:ext>
            </a:extLst>
          </p:cNvPr>
          <p:cNvSpPr/>
          <p:nvPr/>
        </p:nvSpPr>
        <p:spPr>
          <a:xfrm>
            <a:off x="1073751" y="2783305"/>
            <a:ext cx="4854875" cy="5347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Run each model and generate labels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C4DF2E-25CA-C228-BA3A-8DC3724C92C7}"/>
              </a:ext>
            </a:extLst>
          </p:cNvPr>
          <p:cNvSpPr/>
          <p:nvPr/>
        </p:nvSpPr>
        <p:spPr>
          <a:xfrm>
            <a:off x="1073751" y="3911065"/>
            <a:ext cx="4854875" cy="5347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Calculate quality and speed metrics</a:t>
            </a:r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84AD34-D84A-887D-D39F-FF6D7D66A680}"/>
              </a:ext>
            </a:extLst>
          </p:cNvPr>
          <p:cNvSpPr/>
          <p:nvPr/>
        </p:nvSpPr>
        <p:spPr>
          <a:xfrm>
            <a:off x="1073751" y="5109945"/>
            <a:ext cx="4854875" cy="5347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Compare results and inspect errors</a:t>
            </a:r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A662DA64-5EA8-6E29-4F25-6E986EA32212}"/>
              </a:ext>
            </a:extLst>
          </p:cNvPr>
          <p:cNvSpPr/>
          <p:nvPr/>
        </p:nvSpPr>
        <p:spPr>
          <a:xfrm>
            <a:off x="3226067" y="2367814"/>
            <a:ext cx="274319" cy="271111"/>
          </a:xfrm>
          <a:prstGeom prst="downArrow">
            <a:avLst/>
          </a:prstGeom>
          <a:ln>
            <a:solidFill>
              <a:srgbClr val="F5F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9433F20-7C24-B826-C126-279B18962D08}"/>
              </a:ext>
            </a:extLst>
          </p:cNvPr>
          <p:cNvSpPr/>
          <p:nvPr/>
        </p:nvSpPr>
        <p:spPr>
          <a:xfrm>
            <a:off x="3226067" y="3526054"/>
            <a:ext cx="274319" cy="271111"/>
          </a:xfrm>
          <a:prstGeom prst="downArrow">
            <a:avLst/>
          </a:prstGeom>
          <a:ln>
            <a:solidFill>
              <a:srgbClr val="F5F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34BD6F4A-C6A1-9F5B-FBF9-346C529DC9C7}"/>
              </a:ext>
            </a:extLst>
          </p:cNvPr>
          <p:cNvSpPr/>
          <p:nvPr/>
        </p:nvSpPr>
        <p:spPr>
          <a:xfrm>
            <a:off x="3226067" y="4694454"/>
            <a:ext cx="274319" cy="271111"/>
          </a:xfrm>
          <a:prstGeom prst="downArrow">
            <a:avLst/>
          </a:prstGeom>
          <a:ln>
            <a:solidFill>
              <a:srgbClr val="F5F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F38B4E-AF3D-86CD-4709-39BD75264199}"/>
              </a:ext>
            </a:extLst>
          </p:cNvPr>
          <p:cNvSpPr txBox="1"/>
          <p:nvPr/>
        </p:nvSpPr>
        <p:spPr>
          <a:xfrm>
            <a:off x="7315200" y="1681480"/>
            <a:ext cx="3606800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SG" sz="2400" b="1" kern="1200">
                <a:solidFill>
                  <a:srgbClr val="5197DA"/>
                </a:solidFill>
                <a:latin typeface="Calibri"/>
                <a:ea typeface="Calibri"/>
                <a:cs typeface="Calibri"/>
              </a:rPr>
              <a:t>Evaluation Scope</a:t>
            </a:r>
          </a:p>
          <a:p>
            <a:endParaRPr lang="en-SG" sz="2400" b="1">
              <a:solidFill>
                <a:srgbClr val="5197DA"/>
              </a:solidFill>
              <a:latin typeface="Calibri"/>
              <a:ea typeface="Calibri"/>
              <a:cs typeface="Calibri"/>
            </a:endParaRPr>
          </a:p>
          <a:p>
            <a:r>
              <a:rPr lang="en-SG" sz="2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RoBERTa</a:t>
            </a:r>
            <a:r>
              <a:rPr lang="en-SG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SG" sz="2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BERTweet</a:t>
            </a:r>
            <a:r>
              <a:rPr lang="en-SG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and </a:t>
            </a:r>
            <a:r>
              <a:rPr lang="en-SG" sz="2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DistilBERT</a:t>
            </a:r>
            <a:r>
              <a:rPr lang="en-SG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12,284 tweets, three classes.</a:t>
            </a:r>
            <a:endParaRPr lang="en-SG" sz="2400">
              <a:latin typeface="Calibri"/>
              <a:ea typeface="Calibri"/>
              <a:cs typeface="Calibri"/>
            </a:endParaRPr>
          </a:p>
          <a:p>
            <a:endParaRPr lang="en-SG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SG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GPT-2: 6,347 tweets, negative and positive only.</a:t>
            </a:r>
            <a:endParaRPr lang="en-SG" sz="2400">
              <a:latin typeface="Calibri"/>
              <a:ea typeface="Calibri"/>
              <a:cs typeface="Calibri"/>
            </a:endParaRPr>
          </a:p>
          <a:p>
            <a:endParaRPr lang="en-SG" sz="2400" b="1">
              <a:solidFill>
                <a:srgbClr val="5197DA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49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7C00-812A-FD2B-8F8A-E3CCA7ED1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>
                <a:solidFill>
                  <a:srgbClr val="101828"/>
                </a:solidFill>
              </a:rPr>
              <a:t>Evaluation Metrics</a:t>
            </a:r>
            <a:endParaRPr lang="en-US" b="1"/>
          </a:p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F37A9A8-8D9C-25E2-8610-01C48A48A9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2046329"/>
              </p:ext>
            </p:extLst>
          </p:nvPr>
        </p:nvGraphicFramePr>
        <p:xfrm>
          <a:off x="838200" y="1825625"/>
          <a:ext cx="10515597" cy="3477006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847473">
                  <a:extLst>
                    <a:ext uri="{9D8B030D-6E8A-4147-A177-3AD203B41FA5}">
                      <a16:colId xmlns:a16="http://schemas.microsoft.com/office/drawing/2014/main" val="1914098297"/>
                    </a:ext>
                  </a:extLst>
                </a:gridCol>
                <a:gridCol w="7668124">
                  <a:extLst>
                    <a:ext uri="{9D8B030D-6E8A-4147-A177-3AD203B41FA5}">
                      <a16:colId xmlns:a16="http://schemas.microsoft.com/office/drawing/2014/main" val="3079404085"/>
                    </a:ext>
                  </a:extLst>
                </a:gridCol>
              </a:tblGrid>
              <a:tr h="579501"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Metric</a:t>
                      </a:r>
                      <a:endParaRPr lang="en-SG" sz="20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What it measures</a:t>
                      </a:r>
                      <a:endParaRPr lang="en-SG" sz="20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70428676"/>
                  </a:ext>
                </a:extLst>
              </a:tr>
              <a:tr h="579501"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Negative precision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How many negative predictions are actually negative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793599899"/>
                  </a:ext>
                </a:extLst>
              </a:tr>
              <a:tr h="579501"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Negative recall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How many actual negative tweets the model detects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485385426"/>
                  </a:ext>
                </a:extLst>
              </a:tr>
              <a:tr h="579501"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Macro F1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Balanced performance across the evaluated classes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381057232"/>
                  </a:ext>
                </a:extLst>
              </a:tr>
              <a:tr h="579501"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Accuracy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The proportion of correct predictions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928685800"/>
                  </a:ext>
                </a:extLst>
              </a:tr>
              <a:tr h="579501"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Inference speed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Average time per example during batch prediction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9865340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DA673E6-1170-BC51-AAEB-D13C689DEB3B}"/>
              </a:ext>
            </a:extLst>
          </p:cNvPr>
          <p:cNvSpPr txBox="1"/>
          <p:nvPr/>
        </p:nvSpPr>
        <p:spPr>
          <a:xfrm>
            <a:off x="782320" y="5745480"/>
            <a:ext cx="1062736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SG" sz="2000" b="1" kern="1200">
                <a:solidFill>
                  <a:srgbClr val="5197DA"/>
                </a:solidFill>
                <a:latin typeface="Calibri"/>
                <a:ea typeface="Calibri"/>
                <a:cs typeface="Calibri"/>
              </a:rPr>
              <a:t>Project target: improve negative recall while maintaining at least 80% negative precision</a:t>
            </a:r>
            <a:r>
              <a:rPr lang="en-SG" sz="2000" b="1">
                <a:solidFill>
                  <a:srgbClr val="5197DA"/>
                </a:solidFill>
                <a:latin typeface="Calibri"/>
                <a:ea typeface="Calibri"/>
                <a:cs typeface="Calibri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763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84922-0B92-CBD2-614C-005BDC439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>
                <a:solidFill>
                  <a:srgbClr val="101828"/>
                </a:solidFill>
              </a:rPr>
              <a:t>Model Comparison Results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F5920-79AB-288F-92D1-C2897F3E2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520"/>
            <a:ext cx="10515600" cy="5413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latin typeface="Calibri"/>
                <a:ea typeface="Calibri"/>
                <a:cs typeface="Calibri"/>
              </a:rPr>
              <a:t>Same test set: 12,284 tweets across three sentiment classes</a:t>
            </a:r>
          </a:p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EF4CDF-B79D-8DF1-9EA6-D26635A5E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596026"/>
              </p:ext>
            </p:extLst>
          </p:nvPr>
        </p:nvGraphicFramePr>
        <p:xfrm>
          <a:off x="842211" y="2205789"/>
          <a:ext cx="10858500" cy="306764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623966405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60938508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689429653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333989154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4181499918"/>
                    </a:ext>
                  </a:extLst>
                </a:gridCol>
              </a:tblGrid>
              <a:tr h="591650"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  <a:endParaRPr lang="en-SG" sz="20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Accuracy</a:t>
                      </a:r>
                      <a:endParaRPr lang="en-SG" sz="20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Macro F1</a:t>
                      </a:r>
                      <a:endParaRPr lang="en-SG" sz="20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Negative</a:t>
                      </a:r>
                      <a:endParaRPr lang="en-SG" sz="20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algn="l">
                        <a:buNone/>
                      </a:pPr>
                      <a:r>
                        <a:rPr lang="en-SG" sz="20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  <a:endParaRPr lang="en-SG" sz="20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Negative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8197215"/>
                  </a:ext>
                </a:extLst>
              </a:tr>
              <a:tr h="591650"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RoBERTa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72.18%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0.7240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68.95%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80.66%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1202985"/>
                  </a:ext>
                </a:extLst>
              </a:tr>
              <a:tr h="591650"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GPT-2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53.60%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SG" sz="2000" b="0" i="0" u="none" strike="noStrike" noProof="0">
                          <a:solidFill>
                            <a:srgbClr val="1F1F1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0.5261</a:t>
                      </a:r>
                      <a:endParaRPr lang="en-US"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65.59%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54.38%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055149"/>
                  </a:ext>
                </a:extLst>
              </a:tr>
              <a:tr h="591650"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BERTweet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72.07%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0.7207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70.76%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79.38%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982847"/>
                  </a:ext>
                </a:extLst>
              </a:tr>
              <a:tr h="591650"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DistilBERT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43.59%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0.3935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53.16%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78.42%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50219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1B36798-3C65-EDA2-D2F3-21C9EAEF24E5}"/>
              </a:ext>
            </a:extLst>
          </p:cNvPr>
          <p:cNvSpPr txBox="1"/>
          <p:nvPr/>
        </p:nvSpPr>
        <p:spPr>
          <a:xfrm>
            <a:off x="842211" y="5474368"/>
            <a:ext cx="1085515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SG" sz="2000" b="0" kern="1200" err="1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RoBERTa</a:t>
            </a:r>
            <a:r>
              <a:rPr lang="en-SG" sz="2000" b="0" kern="1200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 has the highest macro F1 and negative recall.</a:t>
            </a:r>
          </a:p>
          <a:p>
            <a:endParaRPr lang="en-SG" sz="2000">
              <a:solidFill>
                <a:schemeClr val="tx2">
                  <a:lumMod val="49000"/>
                  <a:lumOff val="51000"/>
                </a:schemeClr>
              </a:solidFill>
              <a:latin typeface="Calibri"/>
              <a:ea typeface="Calibri"/>
              <a:cs typeface="Calibri"/>
            </a:endParaRPr>
          </a:p>
          <a:p>
            <a:r>
              <a:rPr lang="en-SG" sz="2000" err="1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BERTweet</a:t>
            </a:r>
            <a:r>
              <a:rPr lang="en-SG" sz="2000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 improves precision but misses more negative tweets.</a:t>
            </a:r>
          </a:p>
          <a:p>
            <a:pPr algn="ctr"/>
            <a:endParaRPr lang="en-US" sz="2000">
              <a:solidFill>
                <a:schemeClr val="tx2">
                  <a:lumMod val="49000"/>
                  <a:lumOff val="51000"/>
                </a:schemeClr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1433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AC30-EF5C-1E4E-0A86-D280CBE7D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>
                <a:solidFill>
                  <a:srgbClr val="101828"/>
                </a:solidFill>
              </a:rPr>
              <a:t>Visual Model Comparison</a:t>
            </a:r>
          </a:p>
          <a:p>
            <a:endParaRPr lang="en-US"/>
          </a:p>
        </p:txBody>
      </p:sp>
      <p:pic>
        <p:nvPicPr>
          <p:cNvPr id="15" name="Content Placeholder 14" descr="A graph of a number of green bars&#10;&#10;AI-generated content may be incorrect.">
            <a:extLst>
              <a:ext uri="{FF2B5EF4-FFF2-40B4-BE49-F238E27FC236}">
                <a16:creationId xmlns:a16="http://schemas.microsoft.com/office/drawing/2014/main" id="{181A1F8A-ACB6-1B0C-F875-AAD436778A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254" y="1392250"/>
            <a:ext cx="10945636" cy="396704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822F6DF-2E16-42B7-E196-44CD67996EAD}"/>
              </a:ext>
            </a:extLst>
          </p:cNvPr>
          <p:cNvSpPr txBox="1"/>
          <p:nvPr/>
        </p:nvSpPr>
        <p:spPr>
          <a:xfrm>
            <a:off x="841612" y="5692253"/>
            <a:ext cx="1105468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SG" sz="2000" b="1" kern="1200" err="1">
                <a:solidFill>
                  <a:srgbClr val="5197DA"/>
                </a:solidFill>
                <a:latin typeface="Calibri"/>
                <a:ea typeface="Calibri"/>
                <a:cs typeface="Calibri"/>
              </a:rPr>
              <a:t>BERTweet’s</a:t>
            </a:r>
            <a:r>
              <a:rPr lang="en-SG" sz="2000" b="1" kern="1200">
                <a:solidFill>
                  <a:srgbClr val="5197DA"/>
                </a:solidFill>
                <a:latin typeface="Calibri"/>
                <a:ea typeface="Calibri"/>
                <a:cs typeface="Calibri"/>
              </a:rPr>
              <a:t> precision gain comes with lower recall. Neither candidate meets the replacement target</a:t>
            </a:r>
            <a:r>
              <a:rPr lang="en-SG" sz="2000" b="1">
                <a:solidFill>
                  <a:srgbClr val="5197DA"/>
                </a:solidFill>
                <a:latin typeface="Calibri"/>
                <a:ea typeface="Calibri"/>
                <a:cs typeface="Calibri"/>
              </a:rPr>
              <a:t>.</a:t>
            </a:r>
            <a:endParaRPr lang="en-SG" sz="2000" b="1" kern="1200">
              <a:solidFill>
                <a:srgbClr val="5197DA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25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0C428-D3DD-0208-4622-9F5601E89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Experiment Tracking with Weights &amp; Biases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FE88FE-4F6E-2B51-142C-1C02E472C2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3280" y="1710764"/>
            <a:ext cx="9601200" cy="37682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3A4E60-3D44-8F88-BF30-A4D5ECEA7390}"/>
              </a:ext>
            </a:extLst>
          </p:cNvPr>
          <p:cNvSpPr txBox="1"/>
          <p:nvPr/>
        </p:nvSpPr>
        <p:spPr>
          <a:xfrm>
            <a:off x="843280" y="5816600"/>
            <a:ext cx="974344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2">
                    <a:lumMod val="49000"/>
                    <a:lumOff val="51000"/>
                  </a:schemeClr>
                </a:solidFill>
              </a:rPr>
              <a:t>W&amp;B was used to track and visualize model results, making it easier to compare the performance of all four models.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02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32369-CC8A-3A2D-0823-90D13EFC8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>
                <a:solidFill>
                  <a:srgbClr val="101828"/>
                </a:solidFill>
              </a:rPr>
              <a:t>Confusion Matrices and Speed</a:t>
            </a:r>
            <a:endParaRPr lang="en-US"/>
          </a:p>
          <a:p>
            <a:endParaRPr lang="en-US"/>
          </a:p>
        </p:txBody>
      </p:sp>
      <p:pic>
        <p:nvPicPr>
          <p:cNvPr id="4" name="Content Placeholder 3" descr="A screenshot of a blue chart&#10;&#10;AI-generated content may be incorrect.">
            <a:extLst>
              <a:ext uri="{FF2B5EF4-FFF2-40B4-BE49-F238E27FC236}">
                <a16:creationId xmlns:a16="http://schemas.microsoft.com/office/drawing/2014/main" id="{69B4611A-DCBC-5D23-0B4F-C50F064A30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548" y="1283494"/>
            <a:ext cx="7790622" cy="50540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9583F7-119B-5BD5-CEE6-C7B92906D09E}"/>
              </a:ext>
            </a:extLst>
          </p:cNvPr>
          <p:cNvSpPr txBox="1"/>
          <p:nvPr/>
        </p:nvSpPr>
        <p:spPr>
          <a:xfrm>
            <a:off x="9011920" y="1417320"/>
            <a:ext cx="2895600" cy="43704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SG" sz="2000" b="1" kern="1200">
                <a:solidFill>
                  <a:srgbClr val="5197DA"/>
                </a:solidFill>
                <a:latin typeface="Calibri"/>
                <a:ea typeface="Calibri"/>
                <a:cs typeface="Calibri"/>
              </a:rPr>
              <a:t>Average prediction time</a:t>
            </a:r>
          </a:p>
          <a:p>
            <a:endParaRPr lang="en-SG" sz="2000" b="1">
              <a:solidFill>
                <a:srgbClr val="5197DA"/>
              </a:solidFill>
              <a:latin typeface="Calibri"/>
              <a:ea typeface="Calibri"/>
              <a:cs typeface="Calibri"/>
            </a:endParaRPr>
          </a:p>
          <a:p>
            <a:r>
              <a:rPr lang="en-US" sz="2000" err="1">
                <a:latin typeface="Calibri"/>
                <a:ea typeface="Calibri"/>
                <a:cs typeface="Calibri"/>
              </a:rPr>
              <a:t>RoBERTa</a:t>
            </a:r>
            <a:r>
              <a:rPr lang="en-US" sz="2000">
                <a:latin typeface="Calibri"/>
                <a:ea typeface="Calibri"/>
                <a:cs typeface="Calibri"/>
              </a:rPr>
              <a:t>: 7.1075 </a:t>
            </a:r>
            <a:r>
              <a:rPr lang="en-US" sz="2000" err="1">
                <a:latin typeface="Calibri"/>
                <a:ea typeface="Calibri"/>
                <a:cs typeface="Calibri"/>
              </a:rPr>
              <a:t>ms</a:t>
            </a:r>
            <a:endParaRPr lang="en-US" sz="2000">
              <a:latin typeface="Calibri"/>
              <a:ea typeface="Calibri"/>
              <a:cs typeface="Calibri"/>
            </a:endParaRPr>
          </a:p>
          <a:p>
            <a:endParaRPr lang="en-US" sz="2000">
              <a:latin typeface="Calibri"/>
              <a:ea typeface="Calibri"/>
              <a:cs typeface="Calibri"/>
            </a:endParaRPr>
          </a:p>
          <a:p>
            <a:r>
              <a:rPr lang="en-US" sz="2000" err="1">
                <a:latin typeface="Calibri"/>
                <a:ea typeface="Calibri"/>
                <a:cs typeface="Calibri"/>
              </a:rPr>
              <a:t>BERTweet</a:t>
            </a:r>
            <a:r>
              <a:rPr lang="en-US" sz="2000">
                <a:latin typeface="Calibri"/>
                <a:ea typeface="Calibri"/>
                <a:cs typeface="Calibri"/>
              </a:rPr>
              <a:t>: 7.0694 </a:t>
            </a:r>
            <a:r>
              <a:rPr lang="en-US" sz="2000" err="1">
                <a:latin typeface="Calibri"/>
                <a:ea typeface="Calibri"/>
                <a:cs typeface="Calibri"/>
              </a:rPr>
              <a:t>ms</a:t>
            </a:r>
            <a:endParaRPr lang="en-US" sz="2000">
              <a:latin typeface="Calibri"/>
              <a:ea typeface="Calibri"/>
              <a:cs typeface="Calibri"/>
            </a:endParaRPr>
          </a:p>
          <a:p>
            <a:endParaRPr lang="en-US" sz="2000">
              <a:latin typeface="Calibri"/>
              <a:ea typeface="Calibri"/>
              <a:cs typeface="Calibri"/>
            </a:endParaRPr>
          </a:p>
          <a:p>
            <a:r>
              <a:rPr lang="en-US" sz="2000" err="1">
                <a:latin typeface="Calibri"/>
                <a:ea typeface="Calibri"/>
                <a:cs typeface="Calibri"/>
              </a:rPr>
              <a:t>DistilBERT</a:t>
            </a:r>
            <a:r>
              <a:rPr lang="en-US" sz="2000">
                <a:latin typeface="Calibri"/>
                <a:ea typeface="Calibri"/>
                <a:cs typeface="Calibri"/>
              </a:rPr>
              <a:t>: 4.0058 </a:t>
            </a:r>
            <a:r>
              <a:rPr lang="en-US" sz="2000" err="1">
                <a:latin typeface="Calibri"/>
                <a:ea typeface="Calibri"/>
                <a:cs typeface="Calibri"/>
              </a:rPr>
              <a:t>ms</a:t>
            </a:r>
            <a:endParaRPr lang="en-US" sz="2000">
              <a:latin typeface="Calibri"/>
              <a:ea typeface="Calibri"/>
              <a:cs typeface="Calibri"/>
            </a:endParaRPr>
          </a:p>
          <a:p>
            <a:endParaRPr lang="en-US" sz="2000">
              <a:latin typeface="Calibri"/>
              <a:ea typeface="Calibri"/>
              <a:cs typeface="Calibri"/>
            </a:endParaRPr>
          </a:p>
          <a:p>
            <a:r>
              <a:rPr lang="en-US" sz="2000">
                <a:latin typeface="Calibri"/>
                <a:ea typeface="Calibri"/>
                <a:cs typeface="Calibri"/>
              </a:rPr>
              <a:t>GPT-2: 8.1858 </a:t>
            </a:r>
            <a:r>
              <a:rPr lang="en-US" sz="2000" err="1">
                <a:latin typeface="Calibri"/>
                <a:ea typeface="Calibri"/>
                <a:cs typeface="Calibri"/>
              </a:rPr>
              <a:t>ms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algn="ctr"/>
            <a:endParaRPr lang="en-US" sz="2000">
              <a:latin typeface="Calibri"/>
              <a:ea typeface="Calibri"/>
              <a:cs typeface="Calibri"/>
            </a:endParaRPr>
          </a:p>
          <a:p>
            <a:r>
              <a:rPr lang="en-US" sz="2000" err="1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DistilBERT</a:t>
            </a:r>
            <a:r>
              <a:rPr lang="en-US" sz="2000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 is faster in this run, but its neutral recall is only 3.25%.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796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6690F-095B-999F-1802-46B3DCFDE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>
                <a:solidFill>
                  <a:srgbClr val="101828"/>
                </a:solidFill>
              </a:rPr>
              <a:t>Error Analysis</a:t>
            </a:r>
            <a:endParaRPr lang="en-US"/>
          </a:p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A0646EA-5345-CCD8-3420-107B9CF622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3203565"/>
              </p:ext>
            </p:extLst>
          </p:nvPr>
        </p:nvGraphicFramePr>
        <p:xfrm>
          <a:off x="838200" y="1825625"/>
          <a:ext cx="10515599" cy="2333751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211224">
                  <a:extLst>
                    <a:ext uri="{9D8B030D-6E8A-4147-A177-3AD203B41FA5}">
                      <a16:colId xmlns:a16="http://schemas.microsoft.com/office/drawing/2014/main" val="3971806014"/>
                    </a:ext>
                  </a:extLst>
                </a:gridCol>
                <a:gridCol w="5442068">
                  <a:extLst>
                    <a:ext uri="{9D8B030D-6E8A-4147-A177-3AD203B41FA5}">
                      <a16:colId xmlns:a16="http://schemas.microsoft.com/office/drawing/2014/main" val="860400997"/>
                    </a:ext>
                  </a:extLst>
                </a:gridCol>
                <a:gridCol w="2862307">
                  <a:extLst>
                    <a:ext uri="{9D8B030D-6E8A-4147-A177-3AD203B41FA5}">
                      <a16:colId xmlns:a16="http://schemas.microsoft.com/office/drawing/2014/main" val="1197776956"/>
                    </a:ext>
                  </a:extLst>
                </a:gridCol>
              </a:tblGrid>
              <a:tr h="583438"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 b="1">
                          <a:latin typeface="Calibri"/>
                          <a:ea typeface="Calibri"/>
                          <a:cs typeface="Calibri"/>
                        </a:rPr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 b="1">
                          <a:latin typeface="Calibri"/>
                          <a:ea typeface="Calibri"/>
                          <a:cs typeface="Calibri"/>
                        </a:rPr>
                        <a:t>Actual / predicted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 b="1">
                          <a:latin typeface="Calibri"/>
                          <a:ea typeface="Calibri"/>
                          <a:cs typeface="Calibri"/>
                        </a:rPr>
                        <a:t>Confidence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905111"/>
                  </a:ext>
                </a:extLst>
              </a:tr>
              <a:tr h="583438"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test_0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Neutral / Negative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80.47%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6807557"/>
                  </a:ext>
                </a:extLst>
              </a:tr>
              <a:tr h="583438"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test_4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Negative / Neutral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41.64%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49369"/>
                  </a:ext>
                </a:extLst>
              </a:tr>
              <a:tr h="583437"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test_17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Neutral / Negative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>
                        <a:buNone/>
                      </a:pPr>
                      <a:r>
                        <a:rPr lang="en-SG" sz="20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82.69%</a:t>
                      </a:r>
                      <a:endParaRPr lang="en-SG" sz="20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93025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0E7D11-B7F3-A0ED-8015-3045EA5D3ADF}"/>
              </a:ext>
            </a:extLst>
          </p:cNvPr>
          <p:cNvSpPr txBox="1"/>
          <p:nvPr/>
        </p:nvSpPr>
        <p:spPr>
          <a:xfrm>
            <a:off x="741680" y="4495800"/>
            <a:ext cx="10617200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00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  <a:ea typeface="Calibri"/>
                <a:cs typeface="Calibri"/>
              </a:rPr>
              <a:t>Some tweets </a:t>
            </a:r>
            <a:r>
              <a:rPr lang="en-SG" sz="2000" b="0" kern="120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  <a:ea typeface="Calibri"/>
                <a:cs typeface="Calibri"/>
              </a:rPr>
              <a:t>may </a:t>
            </a:r>
            <a:r>
              <a:rPr lang="en-SG" sz="200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  <a:ea typeface="Calibri"/>
                <a:cs typeface="Calibri"/>
              </a:rPr>
              <a:t>cause </a:t>
            </a:r>
            <a:r>
              <a:rPr lang="en-SG" sz="2000" b="0" kern="120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  <a:ea typeface="Calibri"/>
                <a:cs typeface="Calibri"/>
              </a:rPr>
              <a:t>false alerts</a:t>
            </a:r>
            <a:r>
              <a:rPr lang="en-SG" sz="200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  <a:ea typeface="Calibri"/>
                <a:cs typeface="Calibri"/>
              </a:rPr>
              <a:t>, while some complaints </a:t>
            </a:r>
            <a:r>
              <a:rPr lang="en-SG" sz="2000" b="0" kern="120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  <a:ea typeface="Calibri"/>
                <a:cs typeface="Calibri"/>
              </a:rPr>
              <a:t>may </a:t>
            </a:r>
            <a:r>
              <a:rPr lang="en-SG" sz="200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  <a:ea typeface="Calibri"/>
                <a:cs typeface="Calibri"/>
              </a:rPr>
              <a:t>be missed</a:t>
            </a:r>
            <a:r>
              <a:rPr lang="en-SG" sz="2000" b="0" kern="120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  <a:ea typeface="Calibri"/>
                <a:cs typeface="Calibri"/>
              </a:rPr>
              <a:t>. These are </a:t>
            </a:r>
            <a:r>
              <a:rPr lang="en-SG" sz="200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  <a:ea typeface="Calibri"/>
                <a:cs typeface="Calibri"/>
              </a:rPr>
              <a:t>possible explanations based on </a:t>
            </a:r>
            <a:r>
              <a:rPr lang="en-SG" sz="2000" b="0" kern="120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  <a:ea typeface="Calibri"/>
                <a:cs typeface="Calibri"/>
              </a:rPr>
              <a:t>six errors</a:t>
            </a:r>
            <a:r>
              <a:rPr lang="en-SG" sz="200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  <a:ea typeface="Calibri"/>
                <a:cs typeface="Calibri"/>
              </a:rPr>
              <a:t> we checked.</a:t>
            </a:r>
            <a:endParaRPr lang="en-US" sz="2000">
              <a:solidFill>
                <a:schemeClr val="tx2">
                  <a:lumMod val="49000"/>
                  <a:lumOff val="51000"/>
                </a:schemeClr>
              </a:solidFill>
              <a:latin typeface="Aptos"/>
              <a:ea typeface="Calibri"/>
              <a:cs typeface="Calibri"/>
            </a:endParaRPr>
          </a:p>
          <a:p>
            <a:endParaRPr lang="en-SG" sz="2000">
              <a:solidFill>
                <a:schemeClr val="tx2">
                  <a:lumMod val="49000"/>
                  <a:lumOff val="51000"/>
                </a:schemeClr>
              </a:solidFill>
              <a:latin typeface="Aptos"/>
              <a:ea typeface="Calibri"/>
              <a:cs typeface="Calibri"/>
            </a:endParaRPr>
          </a:p>
          <a:p>
            <a:r>
              <a:rPr lang="en-SG" sz="200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  <a:ea typeface="Calibri"/>
                <a:cs typeface="Calibri"/>
              </a:rPr>
              <a:t>Even when the model is very confident, its </a:t>
            </a:r>
            <a:r>
              <a:rPr lang="en-SG" sz="2000" b="0" kern="120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  <a:ea typeface="Calibri"/>
                <a:cs typeface="Calibri"/>
              </a:rPr>
              <a:t>prediction</a:t>
            </a:r>
            <a:r>
              <a:rPr lang="en-SG" sz="200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  <a:ea typeface="Calibri"/>
                <a:cs typeface="Calibri"/>
              </a:rPr>
              <a:t> can still be wrong.</a:t>
            </a:r>
          </a:p>
          <a:p>
            <a:endParaRPr lang="en-SG" sz="2000"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27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B339-D32B-7665-7BB8-426584866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>
                <a:solidFill>
                  <a:srgbClr val="101828"/>
                </a:solidFill>
              </a:rPr>
              <a:t>Metadata Analysis</a:t>
            </a:r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829F82-653D-B0E9-B88B-8766CA8A3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" y="1199782"/>
            <a:ext cx="10515600" cy="42653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26BB63-51A2-903F-0614-40C0B74B6414}"/>
              </a:ext>
            </a:extLst>
          </p:cNvPr>
          <p:cNvSpPr txBox="1"/>
          <p:nvPr/>
        </p:nvSpPr>
        <p:spPr>
          <a:xfrm>
            <a:off x="670560" y="5877560"/>
            <a:ext cx="1084072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00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None of the groups reached </a:t>
            </a:r>
            <a:r>
              <a:rPr lang="en-SG" sz="2000" b="0" kern="120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80% negative precision. </a:t>
            </a:r>
            <a:r>
              <a:rPr lang="en-SG" sz="200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The groups contain different types of tweets</a:t>
            </a:r>
            <a:r>
              <a:rPr lang="en-SG" sz="2000" b="0" kern="120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, so </a:t>
            </a:r>
            <a:r>
              <a:rPr lang="en-SG" sz="200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we cannot be sure why their </a:t>
            </a:r>
            <a:r>
              <a:rPr lang="en-SG" sz="2000" b="0" kern="120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results </a:t>
            </a:r>
            <a:r>
              <a:rPr lang="en-SG" sz="200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are different</a:t>
            </a:r>
            <a:r>
              <a:rPr lang="en-SG" sz="2000" b="0" kern="120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tx2">
                  <a:lumMod val="49000"/>
                  <a:lumOff val="51000"/>
                </a:schemeClr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42177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044C-769E-1BCD-846A-568672BFB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>
                <a:solidFill>
                  <a:srgbClr val="101828"/>
                </a:solidFill>
                <a:ea typeface="+mj-lt"/>
                <a:cs typeface="+mj-lt"/>
              </a:rPr>
              <a:t>Model Performance by URL Presence</a:t>
            </a:r>
            <a:endParaRPr lang="en-US" sz="4800" b="1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CBCF40-19D7-C659-8D40-11AD4A79D973}"/>
              </a:ext>
            </a:extLst>
          </p:cNvPr>
          <p:cNvSpPr txBox="1"/>
          <p:nvPr/>
        </p:nvSpPr>
        <p:spPr>
          <a:xfrm>
            <a:off x="1076960" y="5562600"/>
            <a:ext cx="971296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Model performance differs between tweets with and without URLs. This shows that URL presence may be related to prediction performance.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7CF4781-358D-4DBD-47E3-899339F1E9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6215" y="1825625"/>
            <a:ext cx="9714450" cy="374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607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243F7-9EC4-92DF-2D17-EC97F551B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03280" cy="1345883"/>
          </a:xfrm>
        </p:spPr>
        <p:txBody>
          <a:bodyPr>
            <a:noAutofit/>
          </a:bodyPr>
          <a:lstStyle/>
          <a:p>
            <a:r>
              <a:rPr lang="en-US" sz="4800" b="1">
                <a:ea typeface="+mj-lt"/>
                <a:cs typeface="+mj-lt"/>
              </a:rPr>
              <a:t>Model Performance by Hashtag Presence</a:t>
            </a:r>
          </a:p>
        </p:txBody>
      </p:sp>
      <p:pic>
        <p:nvPicPr>
          <p:cNvPr id="4" name="Content Placeholder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4408752A-DED9-C743-5618-0B97EDAD74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560" y="1713205"/>
            <a:ext cx="10281920" cy="38852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E2118D-C784-AC87-E2CB-68A33781A87B}"/>
              </a:ext>
            </a:extLst>
          </p:cNvPr>
          <p:cNvSpPr txBox="1"/>
          <p:nvPr/>
        </p:nvSpPr>
        <p:spPr>
          <a:xfrm>
            <a:off x="1097280" y="5847080"/>
            <a:ext cx="100076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0" i="0" u="none" strike="noStrike" baseline="0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Model performance differs between tweets with and without </a:t>
            </a:r>
            <a:r>
              <a:rPr lang="en-US" sz="2000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hashtags</a:t>
            </a:r>
            <a:r>
              <a:rPr lang="en-US" sz="2000" b="0" i="0" u="none" strike="noStrike" baseline="0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2000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However, we cannot conclude </a:t>
            </a:r>
            <a:r>
              <a:rPr lang="en-US" sz="2000" b="0" i="0" u="none" strike="noStrike" baseline="0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that </a:t>
            </a:r>
            <a:r>
              <a:rPr lang="en-US" sz="2000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hashtags cause these differences.</a:t>
            </a:r>
            <a:endParaRPr lang="en-US">
              <a:solidFill>
                <a:schemeClr val="tx2">
                  <a:lumMod val="49000"/>
                  <a:lumOff val="51000"/>
                </a:schemeClr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0565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F983-7248-FECA-A152-43B5C955E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56043"/>
          </a:xfrm>
        </p:spPr>
        <p:txBody>
          <a:bodyPr/>
          <a:lstStyle/>
          <a:p>
            <a:r>
              <a:rPr lang="en-US" sz="4800" b="1">
                <a:solidFill>
                  <a:srgbClr val="101828"/>
                </a:solidFill>
              </a:rPr>
              <a:t>Deployment Recommendation</a:t>
            </a:r>
            <a:endParaRPr lang="en-US" b="1"/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027BA-F1CD-C48C-D989-32660F111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Keep Twitter </a:t>
            </a:r>
            <a:r>
              <a:rPr lang="en-US" b="1" err="1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RoBERTa</a:t>
            </a:r>
            <a:r>
              <a:rPr lang="en-US" b="1">
                <a:solidFill>
                  <a:schemeClr val="tx2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 for now</a:t>
            </a:r>
            <a:endParaRPr lang="en-US">
              <a:solidFill>
                <a:schemeClr val="tx2">
                  <a:lumMod val="49000"/>
                  <a:lumOff val="51000"/>
                </a:schemeClr>
              </a:solidFill>
              <a:latin typeface="Calibri"/>
              <a:ea typeface="Calibri"/>
              <a:cs typeface="Calibri"/>
            </a:endParaRPr>
          </a:p>
          <a:p>
            <a:endParaRPr lang="en-US" sz="2400" b="1">
              <a:solidFill>
                <a:srgbClr val="5197DA"/>
              </a:solidFill>
              <a:latin typeface="Calibri"/>
              <a:ea typeface="Calibri"/>
              <a:cs typeface="Calibri"/>
            </a:endParaRPr>
          </a:p>
          <a:p>
            <a:r>
              <a:rPr lang="en-US" sz="2400">
                <a:latin typeface="Calibri"/>
                <a:ea typeface="Calibri"/>
                <a:cs typeface="Calibri"/>
              </a:rPr>
              <a:t>Neither candidate improves overall negative recall.</a:t>
            </a:r>
          </a:p>
          <a:p>
            <a:endParaRPr lang="en-US" sz="2400">
              <a:latin typeface="Calibri"/>
              <a:ea typeface="Calibri"/>
              <a:cs typeface="Calibri"/>
            </a:endParaRPr>
          </a:p>
          <a:p>
            <a:r>
              <a:rPr lang="en-US" sz="2400">
                <a:latin typeface="Calibri"/>
                <a:ea typeface="Calibri"/>
                <a:cs typeface="Calibri"/>
              </a:rPr>
              <a:t>All three models remain below 80% negative precision.</a:t>
            </a:r>
          </a:p>
          <a:p>
            <a:endParaRPr lang="en-US" sz="2400">
              <a:latin typeface="Calibri"/>
              <a:ea typeface="Calibri"/>
              <a:cs typeface="Calibri"/>
            </a:endParaRPr>
          </a:p>
          <a:p>
            <a:r>
              <a:rPr lang="en-US" sz="2400" err="1">
                <a:latin typeface="Calibri"/>
                <a:ea typeface="Calibri"/>
                <a:cs typeface="Calibri"/>
              </a:rPr>
              <a:t>BERTweet’s</a:t>
            </a:r>
            <a:r>
              <a:rPr lang="en-US" sz="2400">
                <a:latin typeface="Calibri"/>
                <a:ea typeface="Calibri"/>
                <a:cs typeface="Calibri"/>
              </a:rPr>
              <a:t> precision improvement comes at a recall cost.</a:t>
            </a:r>
          </a:p>
          <a:p>
            <a:endParaRPr lang="en-US" sz="2400">
              <a:latin typeface="Calibri"/>
              <a:ea typeface="Calibri"/>
              <a:cs typeface="Calibri"/>
            </a:endParaRPr>
          </a:p>
          <a:p>
            <a:r>
              <a:rPr lang="en-US" sz="2400">
                <a:latin typeface="Calibri"/>
                <a:ea typeface="Calibri"/>
                <a:cs typeface="Calibri"/>
              </a:rPr>
              <a:t>Use negative predictions to prioritize human review.</a:t>
            </a:r>
          </a:p>
          <a:p>
            <a:pPr marL="0" indent="0">
              <a:buNone/>
            </a:pPr>
            <a:endParaRPr lang="en-US" sz="2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6912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9535E-E720-BAAA-0C76-7B19D13F3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2683"/>
          </a:xfrm>
        </p:spPr>
        <p:txBody>
          <a:bodyPr/>
          <a:lstStyle/>
          <a:p>
            <a:r>
              <a:rPr lang="en-US" b="1"/>
              <a:t>Limitations and Future Work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8489E-6764-FBAC-EAB7-0BD23A7FB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505"/>
            <a:ext cx="10515600" cy="467645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b="1">
                <a:latin typeface="Calibri"/>
                <a:ea typeface="Calibri"/>
                <a:cs typeface="Calibri"/>
              </a:rPr>
              <a:t>Limitations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Models sometimes make incorrect sentiment predictions.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Indirect complaints and sarcasm are difficult to detect.</a:t>
            </a:r>
          </a:p>
          <a:p>
            <a:r>
              <a:rPr lang="en-US" dirty="0">
                <a:latin typeface="Calibri"/>
                <a:ea typeface="Calibri"/>
                <a:cs typeface="Calibri"/>
              </a:rPr>
              <a:t>The project uses the </a:t>
            </a:r>
            <a:r>
              <a:rPr lang="en-US" err="1">
                <a:latin typeface="Calibri"/>
                <a:ea typeface="Calibri"/>
                <a:cs typeface="Calibri"/>
              </a:rPr>
              <a:t>TweetEval</a:t>
            </a:r>
            <a:r>
              <a:rPr lang="en-US">
                <a:latin typeface="Calibri"/>
                <a:ea typeface="Calibri"/>
                <a:cs typeface="Calibri"/>
              </a:rPr>
              <a:t> dataset, which may not represent all real </a:t>
            </a:r>
            <a:r>
              <a:rPr lang="en-US" dirty="0">
                <a:latin typeface="Calibri"/>
                <a:ea typeface="Calibri"/>
                <a:cs typeface="Calibri"/>
              </a:rPr>
              <a:t>customer complaints.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Only a small number of prediction errors were manually examined.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>
                <a:latin typeface="Calibri"/>
                <a:ea typeface="Calibri"/>
                <a:cs typeface="Calibri"/>
              </a:rPr>
              <a:t>Future Work</a:t>
            </a:r>
            <a:endParaRPr lang="en-US"/>
          </a:p>
          <a:p>
            <a:r>
              <a:rPr lang="en-US">
                <a:latin typeface="Calibri"/>
                <a:ea typeface="Calibri"/>
                <a:cs typeface="Calibri"/>
              </a:rPr>
              <a:t>Test the models on real customer complaints.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Improve detection of indirect complaints and sarcasm.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Analyze more prediction errors.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Monitor model performance before and after deployment.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69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C3C3A-E134-B073-A0C6-4DECAE0B0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80" y="365125"/>
            <a:ext cx="10332720" cy="1356043"/>
          </a:xfrm>
        </p:spPr>
        <p:txBody>
          <a:bodyPr/>
          <a:lstStyle/>
          <a:p>
            <a:r>
              <a:rPr lang="en-US" sz="4800" b="1">
                <a:solidFill>
                  <a:srgbClr val="101828"/>
                </a:solidFill>
              </a:rPr>
              <a:t>Conclusion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28636-451E-933F-D5C6-F271A5E25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080" y="1825625"/>
            <a:ext cx="1033272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err="1">
                <a:solidFill>
                  <a:srgbClr val="5197DA"/>
                </a:solidFill>
                <a:latin typeface="Calibri"/>
                <a:ea typeface="Calibri"/>
                <a:cs typeface="Calibri"/>
              </a:rPr>
              <a:t>RoBERTa</a:t>
            </a:r>
            <a:r>
              <a:rPr lang="en-US" b="1">
                <a:solidFill>
                  <a:srgbClr val="5197DA"/>
                </a:solidFill>
                <a:latin typeface="Calibri"/>
                <a:ea typeface="Calibri"/>
                <a:cs typeface="Calibri"/>
              </a:rPr>
              <a:t> remains the preferred model</a:t>
            </a:r>
            <a:endParaRPr lang="en-US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>
              <a:latin typeface="Calibri"/>
              <a:ea typeface="Calibri"/>
              <a:cs typeface="Calibri"/>
            </a:endParaRPr>
          </a:p>
          <a:p>
            <a:pPr>
              <a:buNone/>
            </a:pPr>
            <a:r>
              <a:rPr lang="en-US" sz="2400">
                <a:latin typeface="Calibri"/>
                <a:ea typeface="Calibri"/>
                <a:cs typeface="Calibri"/>
              </a:rPr>
              <a:t>It leads the three-class comparison in macro F1 and negative recall.</a:t>
            </a:r>
          </a:p>
          <a:p>
            <a:pPr marL="342900" indent="-342900"/>
            <a:endParaRPr lang="en-US" sz="24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 err="1">
                <a:latin typeface="Calibri"/>
                <a:ea typeface="Calibri"/>
                <a:cs typeface="Calibri"/>
              </a:rPr>
              <a:t>BERTweet</a:t>
            </a:r>
            <a:r>
              <a:rPr lang="en-US" sz="2400">
                <a:latin typeface="Calibri"/>
                <a:ea typeface="Calibri"/>
                <a:cs typeface="Calibri"/>
              </a:rPr>
              <a:t> offers a precision–recall trade-off. </a:t>
            </a:r>
            <a:r>
              <a:rPr lang="en-US" sz="2400" err="1">
                <a:latin typeface="Calibri"/>
                <a:ea typeface="Calibri"/>
                <a:cs typeface="Calibri"/>
              </a:rPr>
              <a:t>DistilBERT</a:t>
            </a:r>
            <a:r>
              <a:rPr lang="en-US" sz="2400">
                <a:latin typeface="Calibri"/>
                <a:ea typeface="Calibri"/>
                <a:cs typeface="Calibri"/>
              </a:rPr>
              <a:t> does not support replacement decision.</a:t>
            </a:r>
          </a:p>
          <a:p>
            <a:pPr marL="342900" indent="-342900"/>
            <a:endParaRPr lang="en-US" sz="24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>
                <a:latin typeface="Calibri"/>
                <a:ea typeface="Calibri"/>
                <a:cs typeface="Calibri"/>
              </a:rPr>
              <a:t>The target remains unmet. Human review and testing on real customer feedback are essential next steps.</a:t>
            </a:r>
          </a:p>
          <a:p>
            <a:pPr marL="0" indent="0" algn="ctr">
              <a:buNone/>
            </a:pPr>
            <a:endParaRPr lang="en-US">
              <a:latin typeface="Apto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6829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ECA0F56-7E77-EFBD-CF00-FA9DF1E15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480" y="1909445"/>
            <a:ext cx="3200400" cy="1152843"/>
          </a:xfrm>
        </p:spPr>
        <p:txBody>
          <a:bodyPr/>
          <a:lstStyle/>
          <a:p>
            <a:r>
              <a:rPr lang="en-US" sz="4800" b="1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285190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Customer Complaint Monitoring </vt:lpstr>
      <vt:lpstr>Project Overview </vt:lpstr>
      <vt:lpstr>Proposed System Workflow</vt:lpstr>
      <vt:lpstr>Problem Statement </vt:lpstr>
      <vt:lpstr>Project Objectives </vt:lpstr>
      <vt:lpstr>TweetEval Sentiment Dataset </vt:lpstr>
      <vt:lpstr>Exploratory Data Analysis (EDA)</vt:lpstr>
      <vt:lpstr>Data Preparation and Preprocessing </vt:lpstr>
      <vt:lpstr>Models Evaluated </vt:lpstr>
      <vt:lpstr>Model Evaluation Pipeline </vt:lpstr>
      <vt:lpstr>Evaluation Metrics </vt:lpstr>
      <vt:lpstr>Model Comparison Results</vt:lpstr>
      <vt:lpstr>Visual Model Comparison </vt:lpstr>
      <vt:lpstr>Experiment Tracking with Weights &amp; Biases</vt:lpstr>
      <vt:lpstr>Confusion Matrices and Speed </vt:lpstr>
      <vt:lpstr>Error Analysis </vt:lpstr>
      <vt:lpstr>Metadata Analysis </vt:lpstr>
      <vt:lpstr>Model Performance by URL Presence </vt:lpstr>
      <vt:lpstr>Model Performance by Hashtag Presence</vt:lpstr>
      <vt:lpstr>Deployment Recommendation </vt:lpstr>
      <vt:lpstr>Limitations and Future Work 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14</cp:revision>
  <dcterms:created xsi:type="dcterms:W3CDTF">2013-07-15T20:26:40Z</dcterms:created>
  <dcterms:modified xsi:type="dcterms:W3CDTF">2026-10-09T13:47:30Z</dcterms:modified>
</cp:coreProperties>
</file>